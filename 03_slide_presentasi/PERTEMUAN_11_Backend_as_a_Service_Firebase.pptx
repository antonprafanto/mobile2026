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IF3205 • PEMROGRAMAN PIRANTI BERGERAK • PERTEMUAN 11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Serverless Mobile Architecture:</a:t>
            </a:r>
            <a:br/>
            <a:r>
              <a:t>Cloud Integration with Firebase &amp; BaaS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Mengintegrasikan autentikasi cloud, sinkronisasi data realtime NoSQL, dan penyimpanan berkas media tanpa memanage VPS.</a:t>
            </a:r>
          </a:p>
          <a:p>
            <a:pPr>
              <a:defRPr sz="1200">
                <a:solidFill>
                  <a:srgbClr val="6366F1"/>
                </a:solidFill>
                <a:latin typeface="Segoe UI"/>
              </a:defRPr>
            </a:pPr>
            <a:r>
              <a:t>Teknik Informatika • Outcome-Based Education • Standar Rekayasa Industri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SERVERLESS DILEMA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Jebakan Kuota: Free-Tier Firestore Exhaustion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t>🔥 Masalah Nyata: Mengapa kuota 50.000 reads/hari bisa habis dalam 15 menit saat praktikum?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Menaruh listener Stream Firestore di dalam method build() widget.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Widget dirender 60 kali per detik -&gt; 3.600 read per menit per mahasiswa!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Aplikasi crash mendadak saat demo ujian karena status Quota Exceeded.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Firestore Security Rules dibiarkan 'allow read, write: if true;' yang sangat berbahaya.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💡 Studi Kasus Industri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Arsitek mobile profesional selalu mengisolasi stream cloud di dalam BLoC/Cubit, menerapkan query limit(20), dan memasang aturan keamanan data ketat.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QUERY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Query Berbahaya vs Query Teroptimasi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📌 Selalu batasi query dengan .limit() dan filter .where() untuk menjaga kuota cloud dan kecepatan render aplikasi.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429768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26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43F5E"/>
                </a:solidFill>
                <a:latin typeface="Segoe UI"/>
              </a:defRPr>
            </a:pPr>
            <a:r>
              <a:t>❌ Dangerous Unbounded Query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FATAL: Membaca seluruh koleksi!</a:t>
            </a:r>
            <a:br/>
            <a:r>
              <a:t>// 10.000 dokumen terbaca sekaligus</a:t>
            </a:r>
            <a:br/>
            <a:r>
              <a:t>FirebaseFirestore.instance</a:t>
            </a:r>
            <a:br/>
            <a:r>
              <a:t>    .collection('transactions')</a:t>
            </a:r>
            <a:br/>
            <a:r>
              <a:t>    .snapshots(); // Boros kuota &amp; RAM!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429768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057400"/>
            <a:ext cx="4626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✅ Safe Paginated Query</a:t>
            </a:r>
          </a:p>
          <a:p>
            <a:pPr>
              <a:defRPr sz="1100">
                <a:solidFill>
                  <a:srgbClr val="A7F3D0"/>
                </a:solidFill>
                <a:latin typeface="Consolas"/>
              </a:defRPr>
            </a:pPr>
            <a:r>
              <a:t>// AMAN: Batasi 15 dokumen terbaru</a:t>
            </a:r>
            <a:br/>
            <a:r>
              <a:t>FirebaseFirestore.instance</a:t>
            </a:r>
            <a:br/>
            <a:r>
              <a:t>    .collection('transactions')</a:t>
            </a:r>
            <a:br/>
            <a:r>
              <a:t>    .where('userId', isEqualTo: currentUserId)</a:t>
            </a:r>
            <a:br/>
            <a:r>
              <a:t>    .orderBy('createdAt', descending: true)</a:t>
            </a:r>
            <a:br/>
            <a:r>
              <a:t>    .limit(15)</a:t>
            </a:r>
            <a:br/>
            <a:r>
              <a:t>    .snapshots();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AUTH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Autentikasi Reaktif Terhubung ke GoRouter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🎯 Panduan Arsitektur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FirebaseAuth memancarkan stream User setiap kali status login berganti.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GoRouter mendengarkan perubahan stream ini dan otomatis memindahkan rute halaman tanpa perlu navigasi manual.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45920"/>
            <a:ext cx="5882335" cy="4572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💻 Reactive Auth Guard Router</a:t>
            </a:r>
          </a:p>
          <a:p>
            <a:pPr>
              <a:defRPr sz="1050">
                <a:solidFill>
                  <a:srgbClr val="A7F3D0"/>
                </a:solidFill>
                <a:latin typeface="Consolas"/>
              </a:defRPr>
            </a:pPr>
            <a:r>
              <a:t>// Di dalam Router Configuration:</a:t>
            </a:r>
            <a:br/>
            <a:r>
              <a:t>redirect: (context, state) {</a:t>
            </a:r>
            <a:br/>
            <a:r>
              <a:t>  final isLoggedIn = FirebaseAuth.instance.currentUser != null;</a:t>
            </a:r>
            <a:br/>
            <a:r>
              <a:t>  final isLoggingIn = state.matchedLocation == '/login';</a:t>
            </a:r>
            <a:br/>
            <a:br/>
            <a:r>
              <a:t>  if (!isLoggedIn &amp;&amp; !isLoggingIn) return '/login';</a:t>
            </a:r>
            <a:br/>
            <a:r>
              <a:t>  if (isLoggedIn &amp;&amp; isLoggingIn) return '/home';</a:t>
            </a:r>
            <a:br/>
            <a:r>
              <a:t>  return null; // Tidak perlu redirect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HANDS-ON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Lab Quest Pertemuan 11: Autentikasi Cloud &amp; Realtime Cloud Notes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⏱️ ESTIMASI WAKTU: 60 MENIT • KERJAKAN DI SMARTPHONE / LAB PC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Spesifikasi Tugas Mandiri: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Hubungkan proyek Flutter ke Firebase Console via 'flutterfire configure'.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Implementasikan form Login &amp; Register menggunakan FirebaseAuth.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Buat fitur pencatatan realtime (CRUD) di Firestore dengan filter per userId.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Kunci Security Rules agar mahasiswa hanya bisa membaca datanya sendiri.</a:t>
            </a:r>
          </a:p>
          <a:p>
            <a:br/>
            <a:pPr>
              <a:defRPr sz="1200" b="1">
                <a:solidFill>
                  <a:srgbClr val="10B981"/>
                </a:solidFill>
                <a:latin typeface="Consolas"/>
              </a:defRPr>
            </a:pPr>
            <a:r>
              <a:t>📦 Pengumpulan Git: git commit -m 'feat: complete firebase auth and firestore integration'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