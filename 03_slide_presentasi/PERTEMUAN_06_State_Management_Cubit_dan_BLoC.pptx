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02_tools_dan_setup_bloc.dar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03_ephemeral_vs_app_state.dar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04_keterbatasan_setstate.dar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05_mental_model_cubit.dar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06_immutability_equatable.dar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07_anatomi_cubit_emit.dar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08_bloc_provider_context.dar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09_bloc_builder_buildwhen.dar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10_bloc_listener_side_effects.dar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11_bloc_consumer_duo.dar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12_bloc_selector_opt.dar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13_arsitektur_4_status_ui.dar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14_multi_bloc_provider.dar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15_bloc_observer_cctv.dar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16_refactoring_setstate_cubit.dar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17_checklist_state_management.dar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mobile2026/blob/main/07_contoh_kode_program/pertemuan_06_state_management_cubit/slide_18_lab_quest_cart_cubit.dar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0432" y="987552"/>
            <a:ext cx="9997135" cy="502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914400"/>
            <a:ext cx="9997135" cy="5029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914400"/>
            <a:ext cx="9997135" cy="54864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0584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IF3205 • PEMROGRAMAN PIRANTI BERGERAK  ■  MODUL AJAR STANDAR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828800"/>
            <a:ext cx="2560320" cy="502920"/>
          </a:xfrm>
          <a:prstGeom prst="rect">
            <a:avLst/>
          </a:prstGeom>
          <a:solidFill>
            <a:srgbClr val="38BD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874519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PERTEMUAN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Segoe UI"/>
              </a:defRPr>
            </a:pPr>
            <a:r>
              <a:t>State Management Reaktif: Cubit &amp; BLoC Pattern</a:t>
            </a:r>
          </a:p>
          <a:p>
            <a:pPr>
              <a:spcBef>
                <a:spcPts val="1000"/>
              </a:spcBef>
              <a:defRPr sz="1250">
                <a:solidFill>
                  <a:srgbClr val="3C3C3C"/>
                </a:solidFill>
                <a:latin typeface="Segoe UI"/>
              </a:defRPr>
            </a:pPr>
            <a:r>
              <a:t>Memisahkan Otak Logika Bisnis dari Otot Tampilan Antarmuka Menggunakan Ekosistem flutter_bloc Standar Industri Enterprise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937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👨‍🏫 Pengampu: TIM DOSEN PEMROGRAMAN PIRANTI BERGERAK  •  Teknik Informatika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SETUP &amp; ALAT BANTU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Pasang Alat Tempur Cepat: flutter_bloc &amp; Extension VS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💡 Analogi Alat: Memasang mesin pabrik modern di bengkel kita agar tidak merakit roda gigi manual dari nol.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📦 Perintah Terminal: Jalankan 'flutter pub add flutter_bloc equatable' di root proyek Flutter.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⚡ Ekstensi Resmi VS Code: Pasang 'Bloc' oleh Felix Angelov untuk membuat file Cubit dan State dalam 1 detik.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🪄 Shortcut Ajaib: Cukup tekan Alt + Enter pada widget, pilih 'Wrap with BlocBuilder' atau 'BlocListener'.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Gunakan ekstensi Bloc di VS Code untuk auto-generate class Cubit dan State secara instan!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setup_bloc_tools.dart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Menambahkan dependensi di pubspec.yaml:</a:t>
            </a:r>
            <a:br/>
            <a:r>
              <a:t>dependencies:</a:t>
            </a:r>
            <a:br/>
            <a:r>
              <a:t>  flutter:</a:t>
            </a:r>
            <a:br/>
            <a:r>
              <a:t>    sdk: flutter</a:t>
            </a:r>
            <a:br/>
            <a:r>
              <a:t>  flutter_bloc: ^8.1.6</a:t>
            </a:r>
            <a:br/>
            <a:r>
              <a:t>  equatable: ^2.0.5</a:t>
            </a:r>
            <a:br/>
            <a:br/>
            <a:r>
              <a:t>// Impor resmi di file dart:</a:t>
            </a:r>
            <a:br/>
            <a:r>
              <a:t>import 'package:flutter_bloc/flutter_bloc.dart';</a:t>
            </a:r>
            <a:br/>
            <a:r>
              <a:t>import 'package:equatable/equatable.dart';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(slide_02_tools_dan_setup_bloc.dart)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38BD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THE STATE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Dua Jenis State: Kunci Kamar Tidur vs Kunci Gerbang Kompleks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🔑 Analogi Kunci: Kunci kamar tidur (Ephemeral) hanya Anda yang pakai. Kunci gerbang utama (App State) dipakai bersama seluruh warga.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🏠 Ephemeral State: Data lokal sementara yang hanya dibutuhkan 1 widget saja (misal: buka-tutup kartu accordion, checklist sementara).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🌐 App State: Data penting yang dipakai bersama di banyak halaman (misal: item keranjang, status login, tema aplikasi).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🎯 Aturan Emas: Gunakan setState() untuk Ephemeral State, dan WAJIB gunakan Cubit/BLoC untuk App State!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Jangan gunakan BLoC untuk hal sepele seperti animasi kursor; gunakan BLoC untuk data lintas halaman!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state_category.dart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1. Ephemeral State: Cukup setState biasa</a:t>
            </a:r>
            <a:br/>
            <a:r>
              <a:t>bool _isCardExpanded = false;</a:t>
            </a:r>
            <a:br/>
            <a:br/>
            <a:r>
              <a:t>// 2. App State: Wajib dikelola Cubit</a:t>
            </a:r>
            <a:br/>
            <a:r>
              <a:t>class CartCubit extends Cubit&lt;int&gt; {</a:t>
            </a:r>
            <a:br/>
            <a:r>
              <a:t>  CartCubit() : super(0);</a:t>
            </a:r>
            <a:br/>
            <a:r>
              <a:t>  void tambahBarang() =&gt; emit(state + 1);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(slide_03_ephemeral_vs_app_state.dart)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B718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LIMITASI SETSTATE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Keterbatasan setState(): Bahaya Kurir Titipan Berantai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📦 Analogi Kurir Berantai: Kakek mau menitipkan surat ke Cucu, tapi terpaksa menitipkannya ke Ayah yang tidak peduli isi surat itu.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⛓️ Prop Drilling: Mengoper variabel data dan fungsi callback melewati 5 level widget hanya agar tombol cucu bisa mengubah teks kakek.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🔋 Boros Performa: Memanggil setState() di widget paling atas memaksa seluruh widget pohon di bawahnya di-rebuild tanpa alasan.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🧪 Tidak Bisa Ditest: Logika perhitungan bisnis terkunci rapat di dalam kode antarmuka UI dan tidak bisa diuji unit-test murni.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Prop Drilling membuat kode rapuh! Sekali satu widget perantara diubah, rantai data rusak semua.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prop_drilling_problem.dart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Kakek harus mengoper ke Ayah, Ayah mengoper ke Cucu:</a:t>
            </a:r>
            <a:br/>
            <a:r>
              <a:t>LevelKakek(</a:t>
            </a:r>
            <a:br/>
            <a:r>
              <a:t>  child: LevelAyah(</a:t>
            </a:r>
            <a:br/>
            <a:r>
              <a:t>    counter: _counter,       // Dititipkan saja</a:t>
            </a:r>
            <a:br/>
            <a:r>
              <a:t>    onIncrement: _increment, // Dititipkan saja</a:t>
            </a:r>
            <a:br/>
            <a:r>
              <a:t>    child: LevelCucu(...),</a:t>
            </a:r>
            <a:br/>
            <a:r>
              <a:t>  ),</a:t>
            </a:r>
            <a:br/>
            <a:r>
              <a:t>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(slide_04_keterbatasan_setstate.dart)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C084F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ARSITEKTUR LOGIKA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Mental Model Cubit: Pabrik Radio &amp; Remot Pemancar Siaran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📻 Analogi Pabrik Radio: Cubit bertindak sebagai stasiun radio pemancar. Widget UI adalah radio penerima yang mendengarkan siaran frekuensi.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🧠 Otak vs Otot: Cubit adalah otak yang memproses angka dan data; Widget adalah otot yang sekadar menggambar pixel ke layar.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⚡ Alur Satu Arah (Unidirectional): User klik tombol -&gt; Panggil method Cubit -&gt; Cubit memancarkan State baru -&gt; UI otomatis berubah.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🛡️ Bersih Total: File Cubit murni berisi kode logika Dart tanpa ada satu pun widget Scaffold, Text, atau MaterialApp!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Karena bebas dari dependensi UI, file Cubit dapat diuji secara otomatis via Unit Test dalam 0.1 detik!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mental_model_cubit.dart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Otak murni tanpa ketergantungan UI Flutter:</a:t>
            </a:r>
            <a:br/>
            <a:r>
              <a:t>class CounterCubit extends Cubit&lt;int&gt; {</a:t>
            </a:r>
            <a:br/>
            <a:r>
              <a:t>  CounterCubit() : super(0); // Nilai awal siaran</a:t>
            </a:r>
            <a:br/>
            <a:br/>
            <a:r>
              <a:t>  void tambah() =&gt; emit(state + 1); // Pancarkan</a:t>
            </a:r>
            <a:br/>
            <a:r>
              <a:t>  void kurang() =&gt; emit(state - 1);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(slide_05_mental_model_cubit.dart)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4ADE8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IMMUTABLE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Immutability &amp; Equatable: Stempel Cetak Ulang KTP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🪪 Analogi KTP: Jangan mencoret data KTP lama saat ganti alamat; cetaklah blanko KTP baru yang bersih (Immutable / Tak Berubah).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🚫 Larangan Mutasi: Dilarang mengubah properti objek secara langsung (misal: 'state.poin = 100'). Flutter tidak akan mendeteksi perubahannya!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✨ Method copyWith(): Cara resmi membuat salinan objek baru dengan mengganti nilai spesifik yang diinginkan.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⚖️ Keajaiban Equatable: Membandingkan isi nilai objek, bukan alamat memori, sehingga mencegah rebuild duplikat yang mubazir.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Selalu extends Equatable pada class State Anda agar Flutter BLoC tahu persis kapan data benar-benar berubah!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equatable_state.dart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UserState extends Equatable {</a:t>
            </a:r>
            <a:br/>
            <a:r>
              <a:t>  final String nama;</a:t>
            </a:r>
            <a:br/>
            <a:r>
              <a:t>  final int poin;</a:t>
            </a:r>
            <a:br/>
            <a:br/>
            <a:r>
              <a:t>  const UserState({required this.nama, required this.poin});</a:t>
            </a:r>
            <a:br/>
            <a:br/>
            <a:r>
              <a:t>  UserState copyWith({String? nama, int? poin}) {</a:t>
            </a:r>
            <a:br/>
            <a:r>
              <a:t>    return UserState(</a:t>
            </a:r>
            <a:br/>
            <a:r>
              <a:t>      nama: nama ?? this.nama,</a:t>
            </a:r>
            <a:br/>
            <a:r>
              <a:t>      poin: poin ?? this.poin,</a:t>
            </a:r>
            <a:br/>
            <a:r>
              <a:t>    );</a:t>
            </a:r>
            <a:br/>
            <a:r>
              <a:t>  }</a:t>
            </a:r>
            <a:br/>
            <a:br/>
            <a:r>
              <a:t>  @override</a:t>
            </a:r>
            <a:br/>
            <a:r>
              <a:t>  List&lt;Object?&gt; get props =&gt; [nama, poin];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(slide_06_immutability_equatable.dart)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ANATOMI CUBIT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Anatomi Kelas Cubit: Manajer Gudang &amp; Pengumuman emit()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📢 Analogi Manajer Gudang: Saat barang baru masuk gudang, manajer mengumumkan lewat mikrofon 'emit()' ke seluruh staf kasir.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🏗️ Pewarisan 'Cubit&lt;T&gt;': Kelas Cubit wajib mewarisi 'Cubit&lt;NamaState&gt;' dan memanggil 'super(initialState)' di konstruktornya.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📣 Fungsi Sakti 'emit()': Satu-satunya jalan legal untuk memperbarui data state dan memberitahu UI agar menggambar ulang.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🔒 Keamanan: 'emit()' berstatus protected—hanya bisa dipanggil dari dalam method internal Cubit itu sendiri.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Dilarang memanggil emit() jika nilai baru persis sama dengan nilai lama (Equatable otomatis memblokirnya)!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anatomi_cubit.dart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CartCubit extends Cubit&lt;CartState&gt; {</a:t>
            </a:r>
            <a:br/>
            <a:r>
              <a:t>  CartCubit() : super(const CartState(total: 0));</a:t>
            </a:r>
            <a:br/>
            <a:br/>
            <a:r>
              <a:t>  void beliBarang(int harga) {</a:t>
            </a:r>
            <a:br/>
            <a:r>
              <a:t>    // Memancarkan state baru ke seluruh aplikasi:</a:t>
            </a:r>
            <a:br/>
            <a:r>
              <a:t>    emit(state.copyWith(total: state.total + harga));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(slide_07_anatomi_cubit_emit.dart)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38BD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INJEKSI DEPENDENSI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BlocProvider &amp; Context: Terminal Colokan Listrik Dinding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🔌 Analogi Colokan Listrik: Pasang stopkontak di dinding kamar (BlocProvider). Alat elektronik apa pun (Widget anak) tinggal colok.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🌳 Pohon Widget: 'BlocProvider(create: (ctx) =&gt; MyCubit(), child: ...)' menempatkan instance Cubit agar hidup di ranting widget.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🎯 context.read&lt;T&gt;(): Digunakan di dalam tombol aksi (onPressed) untuk memicu method Cubit tanpa mendengarkan perubahan.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👀 context.watch&lt;T&gt;(): Mendengarkan perubahan data terus-menerus dan me-rebuild widget saat data baru terpancar.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Gunakan context.read di dalam callback onPressed, dan gunakan context.watch hanya di dalam method build()!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bloc_provider_usage.dart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1. Menyediakan Cubit ke widget anak:</a:t>
            </a:r>
            <a:br/>
            <a:r>
              <a:t>BlocProvider(</a:t>
            </a:r>
            <a:br/>
            <a:r>
              <a:t>  create: (context) =&gt; CounterCubit(),</a:t>
            </a:r>
            <a:br/>
            <a:r>
              <a:t>  child: const CounterPage(),</a:t>
            </a:r>
            <a:br/>
            <a:r>
              <a:t>);</a:t>
            </a:r>
            <a:br/>
            <a:br/>
            <a:r>
              <a:t>// 2. Memanggil method Cubit saat tombol diklik:</a:t>
            </a:r>
            <a:br/>
            <a:r>
              <a:t>FilledButton(</a:t>
            </a:r>
            <a:br/>
            <a:r>
              <a:t>  onPressed: () =&gt; context.read&lt;CounterCubit&gt;().tambah(),</a:t>
            </a:r>
            <a:br/>
            <a:r>
              <a:t>  child: const Icon(Icons.add),</a:t>
            </a:r>
            <a:br/>
            <a:r>
              <a:t>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(slide_08_bloc_provider_context.dart)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B718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KONSUMSI UI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BlocBuilder &amp; buildWhen: Layar TV Menyala Hanya Saat Siaran Cocok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📺 Analogi TV Hemat Listrik: Layar TV yang hanya menyala saat acara favorit Anda mulai tayang, bukan menyala setiap detik.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🎨 Peran 'BlocBuilder': Menggambar ulang widget antarmuka setiap kali Cubit memancarkan state baru.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⚡ Optimasi 'buildWhen': Filter kondisi cerdas '(prev, curr) =&gt; curr % 5 == 0'. Mencegah render ulang jika syarat belum terpenuhi.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🚫 Pantangan Keras: DILARANG menampilkan SnackBar, Dialog, atau Navigasi halaman di dalam BlocBuilder!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Bungkus hanya widget kecil yang membutuhkan data, jangan bungkus seluruh Scaffold dengan BlocBuilder!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bloc_builder_filter.dart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BlocBuilder&lt;StepCubit, int&gt;(</a:t>
            </a:r>
            <a:br/>
            <a:r>
              <a:t>  // Hanya rebuild jika angka kelipatan 5:</a:t>
            </a:r>
            <a:br/>
            <a:r>
              <a:t>  buildWhen: (previous, current) =&gt; current % 5 == 0,</a:t>
            </a:r>
            <a:br/>
            <a:r>
              <a:t>  builder: (context, step) {</a:t>
            </a:r>
            <a:br/>
            <a:r>
              <a:t>    return Text(</a:t>
            </a:r>
            <a:br/>
            <a:r>
              <a:t>      'Milestone Kelipatan 5: $step',</a:t>
            </a:r>
            <a:br/>
            <a:r>
              <a:t>      style: const TextStyle(fontWeight: FontWeight.bold),</a:t>
            </a:r>
            <a:br/>
            <a:r>
              <a:t>    );</a:t>
            </a:r>
            <a:br/>
            <a:r>
              <a:t>  },</a:t>
            </a:r>
            <a:br/>
            <a:r>
              <a:t>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(slide_09_bloc_builder_buildwhen.dart)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C084F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KONSUMSI UI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BlocListener: Bunyi Klakson Notifikasi &amp; Pindah Halaman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🔔 Analogi Notifikasi WA: Anda tidak perlu menatap layar terus; saat pesan penting masuk, nada dering 'ting' berbunyi 1 kali.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🎯 Penanganan 'Side Effect': Tempat resmi memanggil aksi satu kali, seperti memunculkan SnackBar, Dialog galat, atau Navigasi rute.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🛡️ Bebas Duplikasi: Berbeda dengan builder yang bisa terpanggil berulang kali, listener hanya dieksekusi tepat 1 kali per transisi.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🔍 Filter 'listenWhen': Hanya mendengarkan saat kondisi tertentu terjadi (misal: saat status berubah menjadi 'error' atau 'kode 200').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Gunakan BlocListener saat ingin memindahkan halaman pengguna (context.go) setelah sukses login!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bloc_listener_side_effects.dart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BlocListener&lt;FormCubit, int&gt;(</a:t>
            </a:r>
            <a:br/>
            <a:r>
              <a:t>  listenWhen: (prev, curr) =&gt; curr == 200,</a:t>
            </a:r>
            <a:br/>
            <a:r>
              <a:t>  listener: (context, code) {</a:t>
            </a:r>
            <a:br/>
            <a:r>
              <a:t>    ScaffoldMessenger.of(context).showSnackBar(</a:t>
            </a:r>
            <a:br/>
            <a:r>
              <a:t>      const SnackBar(content: Text('Pendaftaran Berhasil!')),</a:t>
            </a:r>
            <a:br/>
            <a:r>
              <a:t>    );</a:t>
            </a:r>
            <a:br/>
            <a:r>
              <a:t>  },</a:t>
            </a:r>
            <a:br/>
            <a:r>
              <a:t>  child: const MyFormWidget(),</a:t>
            </a:r>
            <a:br/>
            <a:r>
              <a:t>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(slide_10_bloc_listener_side_effects.dart)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4ADE8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KONSUMSI UI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BlocConsumer: Duo Komentator &amp; Papan Skor Pertandingan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⚽ Analogi Stadion Bola: Papan skor mencatat gol (builder), sementara komentator mengumumkan gol lewat peluit (listener).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🤝 Dua Fungsi Bersatu: Menggabungkan 'BlocBuilder' dan 'BlocListener' ke dalam satu widget ringkas tanpa tumpukan bersarang.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📋 Parameter 'listener': Untuk menampilkan pesan feedback SnackBar atau navigasi.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🖼️ Parameter 'builder': Untuk menampilkan tampilan visual tombol, teks skor, atau ikon status.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Gunakan BlocConsumer pada tombol autentikasi login atau checkout keranjang belanja!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bloc_consumer_duo.dart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BlocConsumer&lt;LoginCubit, bool&gt;(</a:t>
            </a:r>
            <a:br/>
            <a:r>
              <a:t>  listener: (context, isLoggedIn) {</a:t>
            </a:r>
            <a:br/>
            <a:r>
              <a:t>    if (isLoggedIn) {</a:t>
            </a:r>
            <a:br/>
            <a:r>
              <a:t>      ScaffoldMessenger.of(context).showSnackBar(</a:t>
            </a:r>
            <a:br/>
            <a:r>
              <a:t>        const SnackBar(content: Text('Selamat Datang!')),</a:t>
            </a:r>
            <a:br/>
            <a:r>
              <a:t>      );</a:t>
            </a:r>
            <a:br/>
            <a:r>
              <a:t>    }</a:t>
            </a:r>
            <a:br/>
            <a:r>
              <a:t>  },</a:t>
            </a:r>
            <a:br/>
            <a:r>
              <a:t>  builder: (context, isLoggedIn) {</a:t>
            </a:r>
            <a:br/>
            <a:r>
              <a:t>    return FilledButton(</a:t>
            </a:r>
            <a:br/>
            <a:r>
              <a:t>      onPressed: () =&gt; context.read&lt;LoginCubit&gt;().toggle(),</a:t>
            </a:r>
            <a:br/>
            <a:r>
              <a:t>      child: Text(isLoggedIn ? 'Logout' : 'Login'),</a:t>
            </a:r>
            <a:br/>
            <a:r>
              <a:t>    );</a:t>
            </a:r>
            <a:br/>
            <a:r>
              <a:t>  },</a:t>
            </a:r>
            <a:br/>
            <a:r>
              <a:t>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(slide_11_bloc_consumer_duo.dart)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OPTIMASI REBUILD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BlocSelector: Lensa Kamera Zoom ke Objek Tertentu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🔬 Analogi Lensa Zoom: Memotret burung di dahan pohon tanpa peduli daun di sekitarnya bergoyang tertiup angin.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🎯 Ekstraksi Properti Spesifik: Jika State Anda memiliki 10 properti, 'BlocSelector' hanya memantau 1 properti saja.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⚡ Efisiensi Tingkat Dewa: Widget nama pengguna tidak akan pernah di-rebuild meskipun umur atau saldo pengguna berubah ribuan kali.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🏭 Skala Enterprise: Kunci utama aplikasi Flutter skala besar tetap berjalan mulus 60-120 FPS tanpa patah-patah (*stutter*).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BlocSelector adalah senjata rahasia saat aplikasi memiliki formulir raksasa dengan puluhan field input!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bloc_selector_opt.dart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BlocSelector&lt;ProfilCubit, ProfilData, String&gt;(</a:t>
            </a:r>
            <a:br/>
            <a:r>
              <a:t>  selector: (state) =&gt; state.nama, // Hanya pantau 'nama'</a:t>
            </a:r>
            <a:br/>
            <a:r>
              <a:t>  builder: (context, nama) {</a:t>
            </a:r>
            <a:br/>
            <a:r>
              <a:t>    return Text('Nama Pengguna: $nama');</a:t>
            </a:r>
            <a:br/>
            <a:r>
              <a:t>    // Tidak akan di-rebuild saat properti 'umur' berubah!</a:t>
            </a:r>
            <a:br/>
            <a:r>
              <a:t>  },</a:t>
            </a:r>
            <a:br/>
            <a:r>
              <a:t>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(slide_12_bloc_selector_opt.dart)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38BD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POLA STATUS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Arsitektur 4 Status UI: Empat Lampu Indikator Mesin Cuci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🧺 Analogi Mesin Cuci: Siap (Initial), Sedang Mencuci (Loading), Cucian Selesai (Success), atau Air Mampet (Error).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🏛️ Pola Baku Industri: Seluruh interaksi data dan API wajib dimodelkan ke dalam 4 state terpisah yang jelas (*sealed class*).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⏳ DataInitial: Kondisi awal saat layar baru dibuka sebelum aksi apa pun.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🔄 DataLoading &amp; DataSuccess / DataError: Menjamin pengguna tidak pernah bingung melihat layar kosong (*Blank Screen*).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Gunakan pola pattern matching switch Dart modern untuk memastikan seluruh status UI tertangani!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four_ui_states.dart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sealed class DataState extends Equatable {}</a:t>
            </a:r>
            <a:br/>
            <a:br/>
            <a:r>
              <a:t>class DataInitial extends DataState { ... }</a:t>
            </a:r>
            <a:br/>
            <a:r>
              <a:t>class DataLoading extends DataState { ... }</a:t>
            </a:r>
            <a:br/>
            <a:r>
              <a:t>class DataSuccess extends DataState { final List items; ... }</a:t>
            </a:r>
            <a:br/>
            <a:r>
              <a:t>class DataError extends DataState { final String pesan; ... }</a:t>
            </a:r>
            <a:br/>
            <a:br/>
            <a:r>
              <a:t>// Di UI, tangani dengan pola switch ekspresif:</a:t>
            </a:r>
            <a:br/>
            <a:r>
              <a:t>return switch (state) {</a:t>
            </a:r>
            <a:br/>
            <a:r>
              <a:t>  DataInitial() =&gt; const Text('Tekan Tombol'),</a:t>
            </a:r>
            <a:br/>
            <a:r>
              <a:t>  DataLoading() =&gt; const CircularProgressIndicator.adaptive(),</a:t>
            </a:r>
            <a:br/>
            <a:r>
              <a:t>  DataSuccess(:final items) =&gt; ListView(...),</a:t>
            </a:r>
            <a:br/>
            <a:r>
              <a:t>  DataError(:final pesan) =&gt; Text('Galat: $pesan'),</a:t>
            </a:r>
            <a:br/>
            <a:r>
              <a:t>};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(slide_13_arsitektur_4_status_ui.dart)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B718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MULTI-PROVIDER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MultiBlocProvider: Panel Saklar Listrik Rumah Terpusat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⚡ Analogi Panel MCB: Di meteran listrik rumah tangga, ada saklar untuk kulkas, AC, dan lampu di dalam 1 kotak rapi.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🏢 Kebutuhan Nyata: Aplikasi riil membutuhkan banyak Cubit sekaligus (AuthCubit, CartCubit, ThemeCubit, NotifCubit).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🚫 Mencegah Piramida Neraka: Menghindari susunan bersarang 'BlocProvider di dalam BlocProvider di dalam BlocProvider'.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🌐 Pasang di Root: Tempatkan 'MultiBlocProvider' di atas MaterialApp agar semua halaman memiliki akses data yang sama.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Daftarkan seluruh Cubit global di MultiBlocProvider pada file main.dart aplikasi Anda!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multi_bloc_provider.dart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MultiBlocProvider(</a:t>
            </a:r>
            <a:br/>
            <a:r>
              <a:t>  providers: [</a:t>
            </a:r>
            <a:br/>
            <a:r>
              <a:t>    BlocProvider&lt;AuthCubit&gt;(create: (ctx) =&gt; AuthCubit()),</a:t>
            </a:r>
            <a:br/>
            <a:r>
              <a:t>    BlocProvider&lt;CartCubit&gt;(create: (ctx) =&gt; CartCubit()),</a:t>
            </a:r>
            <a:br/>
            <a:r>
              <a:t>    BlocProvider&lt;ThemeCubit&gt;(create: (ctx) =&gt; ThemeCubit()),</a:t>
            </a:r>
            <a:br/>
            <a:r>
              <a:t>  ],</a:t>
            </a:r>
            <a:br/>
            <a:r>
              <a:t>  child: const MainApp(),</a:t>
            </a:r>
            <a:br/>
            <a:r>
              <a:t>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(slide_14_multi_bloc_provider.dart)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C084F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GLOBAL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BlocObserver: CCTV Ruang Satpam Pemantau Seluruh Gerakan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📹 Analogi CCTV Satpam: Kamera pemantau yang mencatat siapa pun yang keluar-masuk gedung tanpa mengganggu aktivitas staf.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🕵️ Melacak Perubahan Global: 'BlocObserver' menangkap setiap kali ada Cubit yang memanggil 'emit()' di seluruh aplikasi.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🖥️ Logging Otomatis di Terminal: Mencetak 'CartCubit: state lama -&gt; state baru' secara otomatis tanpa menulis 'print()' manual.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🚨 Deteksi Galat Terpusat: Method 'onError()' menangkap error logika unhandled sebelum aplikasi sempat mengalami crash.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BlocObserver menghemat waktu debugging Anda hingga 80% saat mencari sumber kesalahan logika data!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bloc_observer_cctv.dart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class AppBlocObserver extends BlocObserver {</a:t>
            </a:r>
            <a:br/>
            <a:r>
              <a:t>  @override</a:t>
            </a:r>
            <a:br/>
            <a:r>
              <a:t>  void onChange(BlocBase bloc, Change change) {</a:t>
            </a:r>
            <a:br/>
            <a:r>
              <a:t>    super.onChange(bloc, change);</a:t>
            </a:r>
            <a:br/>
            <a:r>
              <a:t>    debugPrint('[CCTV] ${bloc.runtimeType}: '</a:t>
            </a:r>
            <a:br/>
            <a:r>
              <a:t>        '${change.currentState} -&gt; ${change.nextState}');</a:t>
            </a:r>
            <a:br/>
            <a:r>
              <a:t>  }</a:t>
            </a:r>
            <a:br/>
            <a:r>
              <a:t>}</a:t>
            </a:r>
            <a:br/>
            <a:br/>
            <a:r>
              <a:t>void main() {</a:t>
            </a:r>
            <a:br/>
            <a:r>
              <a:t>  // Pasang CCTV sebelum aplikasi berjalan:</a:t>
            </a:r>
            <a:br/>
            <a:r>
              <a:t>  Bloc.observer = AppBlocObserver();</a:t>
            </a:r>
            <a:br/>
            <a:r>
              <a:t>  runApp(const MyApp());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(slide_15_bloc_observer_cctv.dart)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4ADE8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STUDI KASUS REFACTOR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Refactoring Nyata: Operasi Bedah Memisahkan Otak dari Otot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🏥 Analogi Operasi Medis: Mengambil tumor logika yang menempel di organ UI dan memindahkannya ke wadah steril tersendiri.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🗑️ Bersihkan StatefulWidget: Ubah widget menjadi 'StatelessWidget' sederhana yang murni bertugas menggambar antarmuka.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📦 Bungkus Data ke Cubit: Pindahkan variabel 'Set&lt;String&gt; wishlist' dan fungsi 'toggle()' ke dalam file 'WishlistCubit'.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✨ Hasil Akhir: UI menjadi sangat bersih, reaktif, mudah dibaca rekan tim, dan siap dihubungkan ke database online!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Refactoring dari setState ke Cubit adalah ujian keterampilan nomor 1 pada sesi Live Code Defense UTS!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refactoring_setstate_cubit.dart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SEBELUM (setState campur aduk di UI):</a:t>
            </a:r>
            <a:br/>
            <a:r>
              <a:t>void _toggle(String id) {</a:t>
            </a:r>
            <a:br/>
            <a:r>
              <a:t>  setState(() =&gt; _items.contains(id) ? _items.remove(id) : _items.add(id));</a:t>
            </a:r>
            <a:br/>
            <a:r>
              <a:t>}</a:t>
            </a:r>
            <a:br/>
            <a:br/>
            <a:r>
              <a:t>// SESUDAH (Cubit bersih &amp; modular):</a:t>
            </a:r>
            <a:br/>
            <a:r>
              <a:t>class WishlistCubit extends Cubit&lt;Set&lt;String&gt;&gt; {</a:t>
            </a:r>
            <a:br/>
            <a:r>
              <a:t>  WishlistCubit() : super({});</a:t>
            </a:r>
            <a:br/>
            <a:r>
              <a:t>  void toggle(String id) {</a:t>
            </a:r>
            <a:br/>
            <a:r>
              <a:t>    final updated = Set&lt;String&gt;.from(state);</a:t>
            </a:r>
            <a:br/>
            <a:r>
              <a:t>    updated.contains(id) ? updated.remove(id) : updated.add(id);</a:t>
            </a:r>
            <a:br/>
            <a:r>
              <a:t>    emit(updated);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(slide_16_refactoring_setstate_cubit.dart)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CHECKLIST PRODUKSI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5 Aturan Emas State Management (Sabuk Pengaman Developer)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38912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38912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389120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00784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KONSEP INTI &amp; ANALOGI AWAM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4023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1. State Wajib Immutable: Selalu extends Equatable dan gunakan copyWith() untuk membuat data baru.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2. Dilarang Memanggil Side Effect di BlocBuilder: Gunakan BlocListener khusus untuk SnackBar &amp; Navigasi.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3. Gunakan context.read() di Event Callback: Hanya gunakan context.watch() saat membaca nilai untuk tampilan UI.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4. Pasang BlocObserver di main.dart: Jangan pernah merilis aplikasi tanpa CCTV pencatat transisi state.</a:t>
            </a:r>
          </a:p>
          <a:p>
            <a:pPr>
              <a:spcAft>
                <a:spcPts val="600"/>
              </a:spcAft>
              <a:defRPr sz="980">
                <a:solidFill>
                  <a:srgbClr val="141414"/>
                </a:solidFill>
                <a:latin typeface="Segoe UI"/>
              </a:defRPr>
            </a:pPr>
            <a:r>
              <a:t>■  5. Pisahkan File State &amp; Cubit: Satu fitur wajib memiliki folder /cubit/ terisolasi (Feature-First).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47488"/>
            <a:ext cx="411480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000000"/>
                </a:solidFill>
                <a:latin typeface="Segoe UI"/>
              </a:defRPr>
            </a:pPr>
            <a:r>
              <a:t>💡 TIPS PRAKTIKUM &amp; PEDOMAN:</a:t>
            </a:r>
            <a:br/>
            <a:r>
              <a:t>Jadikan kelima checklist ini sebagai acuan penilaian proyek UTS kelompok Anda agar meraih nilai A!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checklist_state_management.dart  |  KODE IMPLEMENTASI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5486400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0">
                <a:solidFill>
                  <a:srgbClr val="F5F5F5"/>
                </a:solidFill>
                <a:latin typeface="Consolas"/>
              </a:defRPr>
            </a:pPr>
            <a:r>
              <a:t>// Checklist Uji Praktikum State Management Standar 2026:</a:t>
            </a:r>
            <a:br/>
            <a:r>
              <a:t>// [✓] Seluruh App State dikelola Cubit (Zero setState lintas widget)</a:t>
            </a:r>
            <a:br/>
            <a:r>
              <a:t>// [✓] BlocBuilder tidak memicu SnackBar/Dialog galat</a:t>
            </a:r>
            <a:br/>
            <a:r>
              <a:t>// [✓] Equatable mencegah render ulang saat data tidak berubah</a:t>
            </a:r>
            <a:br/>
            <a:r>
              <a:t>// [✓] Log transisi tercetak rapi di terminal via BlocObserver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5669280"/>
            <a:ext cx="560801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5632704"/>
            <a:ext cx="5608015" cy="5486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5660136"/>
            <a:ext cx="546171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" b="1">
                <a:solidFill>
                  <a:srgbClr val="000000"/>
                </a:solidFill>
                <a:latin typeface="Segoe UI"/>
                <a:hlinkClick r:id="rId2"/>
              </a:rPr>
              <a:t>▶ BUKA KODE LENGKAP DI GITHUB (slide_17_checklist_state_management.dart)</a:t>
            </a:r>
          </a:p>
          <a:p>
            <a:pPr>
              <a:defRPr sz="760">
                <a:solidFill>
                  <a:srgbClr val="3C3C3C"/>
                </a:solidFill>
                <a:latin typeface="Segoe UI"/>
              </a:defRPr>
            </a:pPr>
            <a:r>
              <a:t>💡 Buka di browser / salin source code: github.com/antonprafanto/mobile2026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6464"/>
                </a:solidFill>
                <a:latin typeface="Segoe UI"/>
              </a:defRPr>
            </a:pPr>
            <a:r>
              <a:t>IF3205 • PEMROGRAMAN PIRANTI BERGERAK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58368"/>
            <a:ext cx="2926080" cy="384048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LAB QUEST MANDIRI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457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Segoe UI"/>
              </a:defRPr>
            </a:pPr>
            <a:r>
              <a:t>Pertemuan 06: Aplikasi Mini E-Commerce Multi-Bloc (Cart &amp; SnackBar Reaktif)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1054577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10545775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10545775" cy="475488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⏱️ ALOKASI: 60 MENIT  ■  TARGET UJI: BROWSER CHROME ATAU SMARTPHONE 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LANGKAH KERJA &amp; SPESIFIKASI TUGAS: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Bangun aplikasi Toko Piranti Bergerak dengan State Management Cubit terpisah dari antarmuka UI.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Buat kelas 'CartCubit' dan 'CartItemState' yang mewarisi Equatable untuk mencatat daftar produk yang dibeli.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Tampilkan Badge jumlah item keranjang di AppBar yang otomatis bertambah saat tombol 'Beli' diklik.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Terapkan 'BlocListener' untuk memunculkan SnackBar hijau 'Berhasil menambah barang' setiap kali item baru masuk keranjang.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Sediakan BottomBar yang menghitung total harga belanjaan secara otomatis dan tombol 'Checkout / Reset'.</a:t>
            </a:r>
          </a:p>
          <a:p>
            <a:pPr>
              <a:spcAft>
                <a:spcPts val="400"/>
              </a:spcAft>
              <a:defRPr sz="1040">
                <a:solidFill>
                  <a:srgbClr val="1E1E1E"/>
                </a:solidFill>
                <a:latin typeface="Segoe UI"/>
              </a:defRPr>
            </a:pPr>
            <a:r>
              <a:t>✔  Target Pengujian: Jalankan di browser Chrome ('flutter run -d chrome'), buktikan bahwa penambahan item berjalan instan tanpa lag!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3584" y="5358384"/>
            <a:ext cx="978408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5303520"/>
            <a:ext cx="9784080" cy="7772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5330952"/>
            <a:ext cx="956462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Segoe UI"/>
                <a:hlinkClick r:id="rId2"/>
              </a:rPr>
              <a:t>▶ BUKA KODE LENGKAP LAB QUEST DI GITHUB (slide_18_lab_quest_cart_cubit.dart)</a:t>
            </a:r>
          </a:p>
          <a:p>
            <a:pPr>
              <a:defRPr sz="830">
                <a:solidFill>
                  <a:srgbClr val="323232"/>
                </a:solidFill>
                <a:latin typeface="Segoe UI"/>
              </a:defRPr>
            </a:pPr>
            <a:r>
              <a:t>💡 Buka di browser: Solusi lengkap Mini E-Commerce Cart &amp; Wishlist dengan Cubit di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