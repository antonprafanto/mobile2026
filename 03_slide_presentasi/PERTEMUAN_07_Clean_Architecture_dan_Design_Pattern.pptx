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2_tools_dan_setup_di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3_separation_of_concerns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4_tiga_lapisan_clean_arch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5_feature_first_structur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6_domain_entity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7_domain_repository_contrac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8_domain_usecase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9_data_model_dto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0_data_source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1_data_repository_impl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2_dependency_inversion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3_get_it_service_locato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4_factory_vs_singleton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5_presentation_cubit_usecas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6_end_to_end_clean_flow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7_checklist_clean_architecture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8_lab_quest_clean_architecture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07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Clean Architecture &amp; Enterprise Project Structure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Membangun Fondasi Perangkat Lunak Skala Besar: Separation of Concerns, Domain-Driven Design, dan Dependency Injection dengan GetIt.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Menyiapkan Fondasi Arsitektur: get_it &amp; Equatable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💡 Analogi Kotak Perkakas: Menyiapkan kotak perkakas mekanik standar agar seluruh tim tahu di mana mengambil obeng dan kunci pas.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get_it equatable flutter_bloc' di root proyek Anda.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Peran GetIt: Service Locator resmi Flutter untuk menyediakan instance kelas secara terpusat tanpa 'Prop Drilling'.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Aturan Emas: Widget UI dilarang keras membuat objek Repository atau Data Source dengan kata kunci 'new / ()'!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get_it sebagai Service Locator terpusat agar kode Anda sangat mudah diuji (testable)!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setup_di_tools.dart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paket resmi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get_it: ^7.7.0</a:t>
            </a:r>
            <a:br/>
            <a:r>
              <a:t>  equatable: ^2.0.5</a:t>
            </a:r>
            <a:br/>
            <a:r>
              <a:t>  flutter_bloc: ^8.1.6</a:t>
            </a:r>
            <a:br/>
            <a:br/>
            <a:r>
              <a:t>// Impor resmi Service Locator:</a:t>
            </a:r>
            <a:br/>
            <a:r>
              <a:t>import 'package:get_it/get_it.dart';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(slide_02_tools_dan_setup_di.dart)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PRINSIP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Separation of Concerns: Pabrik Mobil dengan Departemen Mandiri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🚗 Analogi Pabrik Mobil: Departemen Desain Bodi (UI) tidak boleh mencampur tugasnya dengan Divisi Perakitan Mesin (Bisnis) atau Pemasok Baut (Data).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🍝 Bahaya Spaghetti Code: Menulis pemanggilan API Dio langsung di dalam tombol `onPressed` membuat kode mustahil di-test.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🛡️ Tanggung Jawab Tunggal: Pisahkan kode ke dalam tugas murni: Menggambar Antarmuka, Mengolah Aturan Bisnis, dan Mengambil Data.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✨ Keuntungan: Sekali tim backend mengganti database dari Firebase ke PostgreSQL, kode UI Anda 0% berubah!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meletakkan rumus perhitungan bisnis rumit di dalam widget build()!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separation_of_concerns.dart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(Campur Aduk):</a:t>
            </a:r>
            <a:br/>
            <a:r>
              <a:t>onPressed: () async {</a:t>
            </a:r>
            <a:br/>
            <a:r>
              <a:t>  final res = await dio.get('https://api.com/tax');</a:t>
            </a:r>
            <a:br/>
            <a:r>
              <a:t>  setState(() =&gt; _tax = res.data * 0.11);</a:t>
            </a:r>
            <a:br/>
            <a:r>
              <a:t>}</a:t>
            </a:r>
            <a:br/>
            <a:br/>
            <a:r>
              <a:t>// SESUDAH (Separation of Concerns):</a:t>
            </a:r>
            <a:br/>
            <a:r>
              <a:t>// UI hanya meminta hasil ke kalkulator terpisah:</a:t>
            </a:r>
            <a:br/>
            <a:r>
              <a:t>final ppn = taxCalculator.hitungPpn(hargaBarang);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(slide_03_separation_of_concerns.dart)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BAWANG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Model 3 Lapisan: Kulit Luar, Daging Buah, &amp; Biji Inti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🧅 Analogi Bawang Bombay: Berlapis-lapis rapi. Kulit luar melindungi daging, dan daging membungkus biji inti di tengah.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🎨 1. Presentation Layer (Luar): UI Screens, Widgets, BLoC/Cubit, State. Sangat bergantung pada Flutter framework.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🧠 2. Domain Layer (Inti Paling Dalam): Entities, Use Cases, Repository Contracts. 100% Pure Dart tanpa embel-embel Flutter!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💾 3. Data Layer (Infrastruktur): Data Sources (Dio API, SharedPreferences, Isar), Models (DTO), Repository Impl.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Hukum Utama: Lapisan dalam sama sekali tidak boleh mengenal atau mengimpor lapisan luar!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three_layers_clean_arch.dart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Arah Ketergantungan (Dependency Rule):</a:t>
            </a:r>
            <a:br/>
            <a:r>
              <a:t>// Presentation Layer ──► Domain Layer ◄── Data Layer</a:t>
            </a:r>
            <a:br/>
            <a:r>
              <a:t>//</a:t>
            </a:r>
            <a:br/>
            <a:r>
              <a:t>// Domain Layer adalah RAJA! </a:t>
            </a:r>
            <a:br/>
            <a:r>
              <a:t>// Domain sama sekali TIDAK BOLEH mengimpor</a:t>
            </a:r>
            <a:br/>
            <a:r>
              <a:t>// package:flutter atau package:dio!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(slide_04_tiga_lapisan_clean_arch.dart)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Feature-First Structure: Kamar Kos Mandiri vs Lemari Sekompleks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🏢 Analogi Kamar Kos: Kamar kos mandiri memiliki kasur, meja, dan kamar mandi di dalam 1 kamar (Feature-First).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Masalah Layer-First: Menaruh semua file Screen di satu folder raksasa, semua BLoC di folder lain. Sangat sulit mencari berkas terkait!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Feature-First Enterprise: Setiap fitur (`features/auth/`, `features/product/`, `features/cart/`) memiliki 3 lapisannya sendiri.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🤝 Anti-Merge Conflict: Anggota kelompok proyek bisa bekerja di fitur berbeda tanpa pernah bertabrakan di Git!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struktur Feature-First pada proyek kelompok UTS Anda agar pembagian tugas tim berjalan mulus!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feature_first_structure.dart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lib/</a:t>
            </a:r>
            <a:br/>
            <a:r>
              <a:t>├── core/              # Util, Network, DI Terpusat</a:t>
            </a:r>
            <a:br/>
            <a:r>
              <a:t>└── features/</a:t>
            </a:r>
            <a:br/>
            <a:r>
              <a:t>    ├── auth/          # Fitur Autentikasi Mandiri</a:t>
            </a:r>
            <a:br/>
            <a:r>
              <a:t>    │   ├── data/</a:t>
            </a:r>
            <a:br/>
            <a:r>
              <a:t>    │   ├── domain/</a:t>
            </a:r>
            <a:br/>
            <a:r>
              <a:t>    │   └── presentation/</a:t>
            </a:r>
            <a:br/>
            <a:r>
              <a:t>    └── product/       # Fitur Katalog Mandiri</a:t>
            </a:r>
            <a:br/>
            <a:r>
              <a:t>        ├── data/</a:t>
            </a:r>
            <a:br/>
            <a:r>
              <a:t>        ├── domain/</a:t>
            </a:r>
            <a:br/>
            <a:r>
              <a:t>        └── presentation/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(slide_05_feature_first_structure.dart)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DOMAIN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Entity: Emas Murni 24 Karat Tanpa Campuran Karat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🥇 Analogi Emas Murni: Batangan emas murni yang bernilai tetap, tidak peduli dimasukkan ke dalam brankas besi atau tas kain.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🛡️ Objek Bisnis Murni: Entity mewakili model data sesungguhnya yang dibutuhkan oleh sistem (misal: `ProductEntity`).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Bersih dari JSON: Entity dilarang keras memiliki method `fromJson` atau `toJson`! Itu adalah urusan Data Layer.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⚖️ Warisi Equatable: Memastikan dua objek entity dengan isi ID dan data yang sama dianggap identik.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Entity adalah jantung aplikasi. Jika backend API mengubah format JSON dari snake_case ke camelCase, Entity Anda tetap utuh!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domain_entity.dart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ProductEntity extends Equatable {</a:t>
            </a:r>
            <a:br/>
            <a:r>
              <a:t>  final String id;</a:t>
            </a:r>
            <a:br/>
            <a:r>
              <a:t>  final String name;</a:t>
            </a:r>
            <a:br/>
            <a:r>
              <a:t>  final int price;</a:t>
            </a:r>
            <a:br/>
            <a:br/>
            <a:r>
              <a:t>  const ProductEntity({</a:t>
            </a:r>
            <a:br/>
            <a:r>
              <a:t>    required this.id,</a:t>
            </a:r>
            <a:br/>
            <a:r>
              <a:t>    required this.name,</a:t>
            </a:r>
            <a:br/>
            <a:r>
              <a:t>    required this.price,</a:t>
            </a:r>
            <a:br/>
            <a:r>
              <a:t>  });</a:t>
            </a:r>
            <a:br/>
            <a:br/>
            <a:r>
              <a:t>  bool get isPremium =&gt; price &gt;= 1000000;</a:t>
            </a:r>
            <a:br/>
            <a:br/>
            <a:r>
              <a:t>  @override</a:t>
            </a:r>
            <a:br/>
            <a:r>
              <a:t>  List&lt;Object?&gt; get props =&gt; [id, name, price];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(slide_06_domain_entity.dart)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DOMAIN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Repository Interface: Surat Perjanjian Kontrak Notaris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📜 Analogi Surat Kontrak: Notaris menulis pasal: 'Pihak kedua wajib menyerahkan daftar produk'. Notaris tidak peduli produk dikirim naik truk atau kapal laut.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🏛️ Kelas Abstrak: Domain mendefinisikan apa yang dibutuhkan oleh aplikasi lewat `abstract class BookRepository`.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🔒 Perlindungan Domain: Domain tidak peduli apakah data diambil dari server AWS, Firebase, atau sekadar data palsu (mock testing).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✨ Fleksibilitas Tinggi: Memungkinkan developer mengerjakan tampilan UI secara paralel meskipun server API backend belum selesai dibuat!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abstract class pada Domain Layer agar Anda bisa melakukan mocking data instan saat presentasi!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domain_repo_contract.dart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Kontrak murni di Domain Layer:</a:t>
            </a:r>
            <a:br/>
            <a:r>
              <a:t>abstract class BookRepository {</a:t>
            </a:r>
            <a:br/>
            <a:r>
              <a:t>  Future&lt;List&lt;BookEntity&gt;&gt; getBooks();</a:t>
            </a:r>
            <a:br/>
            <a:r>
              <a:t>}</a:t>
            </a:r>
            <a:br/>
            <a:br/>
            <a:r>
              <a:t>// Data Layer yang WAJIB tunduk pada kontrak ini:</a:t>
            </a:r>
            <a:br/>
            <a:r>
              <a:t>class BookRepositoryImpl implements BookRepository {</a:t>
            </a:r>
            <a:br/>
            <a:r>
              <a:t>  @override</a:t>
            </a:r>
            <a:br/>
            <a:r>
              <a:t>  Future&lt;List&lt;BookEntity&gt;&gt; getBooks() async { ...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(slide_07_domain_repository_contract.dart)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DOMAIN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Use Case: Satu Tombol Khusus Pada Mesin ATM Pintar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🏧 Analogi Tombol ATM: Satu tombol khusus 'Tarik Tunai 100rb', tombol lain 'Cek Saldo'. Setiap tombol hanya memiliki satu tugas spesifik.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Single Responsibility Principle (SRP): Satu kelas Use Case hanya menjalankan satu aksi bisnis spesifik (misal: `GetLuckyNumberUseCase`).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🧩 Dapat Digunakan Kembali: Satu Use Case yang sama bisa dipanggil oleh Mobile App, Tablet View, maupun Web tanpa duplikasi kode.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🧪 Uji Cepat: Logika bisnis di Use Case dapat diuji secara terisolasi via Unit Test murni tanpa perlu menyalakan emulator.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Beri nama Use Case dengan kata kerja aktif spesifik: LoginUser, GetCartItems, CheckoutOrder!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domain_usecase.dart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GetLuckyNumberUseCase {</a:t>
            </a:r>
            <a:br/>
            <a:r>
              <a:t>  final NumberRepository repository;</a:t>
            </a:r>
            <a:br/>
            <a:br/>
            <a:r>
              <a:t>  GetLuckyNumberUseCase(this.repository);</a:t>
            </a:r>
            <a:br/>
            <a:br/>
            <a:r>
              <a:t>  int execute() {</a:t>
            </a:r>
            <a:br/>
            <a:r>
              <a:t>    // Sisipkan aturan bisnis validasi di sini jika perlu:</a:t>
            </a:r>
            <a:br/>
            <a:r>
              <a:t>    return repository.getRandomNumber();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(slide_08_domain_usecase.dart)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DATA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Model DTO: Paket Pembungkus Data Ekspedisi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📦 Analogi Paket Ekspedisi: Data dibungkus lapisan pembungkus transfer (DTO) selama transmisi jaringan, lalu dikonversi menjadi entitas murni (Entity) untuk dipakai oleh logika domain.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🚚 Data Transfer Object (DTO): Kelas Model di Data Layer bertugas mem-parsing format mentah API lewat `fromJson` dan `toJson`.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🧬 Pewarisan Hubungan: `class UserModel extends UserEntity`. Model adalah turunan dari Entity yang diberi keahlian membaca JSON.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🛡️ Tameng Pelindung: Jika API backend mengirim data `null` atau tipe string aneh, konversi dilakukan di Model tanpa mencemari Entity.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menggunakan UserModel di Presentation Layer; gunakan tipe UserEntity agar arsitektur tetap bersih!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data_model_dto.dart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Model di Data Layer mewarisi Entity di Domain:</a:t>
            </a:r>
            <a:br/>
            <a:r>
              <a:t>class UserModel extends UserEntity {</a:t>
            </a:r>
            <a:br/>
            <a:r>
              <a:t>  const UserModel({required super.id, required super.name});</a:t>
            </a:r>
            <a:br/>
            <a:br/>
            <a:r>
              <a:t>  factory UserModel.fromJson(Map&lt;String, dynamic&gt; json) {</a:t>
            </a:r>
            <a:br/>
            <a:r>
              <a:t>    return UserModel(</a:t>
            </a:r>
            <a:br/>
            <a:r>
              <a:t>      id: json['id'] as int,</a:t>
            </a:r>
            <a:br/>
            <a:r>
              <a:t>      name: json['name'] as String,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Map&lt;String, dynamic&gt; toJson() =&gt; {'id': id, 'name': name};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(slide_09_data_model_dto.dart)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DATA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Data Sources: Kran Air PAM vs Sumur Bor Pribadi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🚰 Analogi Kran Air: Remote Data Source seperti air PAM pipa pusat (Internet). Local Data Source seperti sumur cadangan di rumah (Cache/SQLite).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🌐 RemoteDataSource: Tempat resmi memanggil HTTP client (Dio / HTTP) dan menerima respon status kode 200, 404, atau 500.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💾 LocalDataSource: Tempat resmi membaca dan menulis data ke SharedPreferences, SecureStorage, atau Isar Database luring.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🧱 Pemisahan Tingkat Rendah: Mengisolasi komunikasi mentah perangkat keras agar tidak menyentuh logika Repository.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Data Source hanya mengembalikan Map&lt;String, dynamic&gt; atau melemparkan ServerException jika jaringan gagal!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data_sources.dart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abstract class UserRemoteDataSource {</a:t>
            </a:r>
            <a:br/>
            <a:r>
              <a:t>  Future&lt;Map&lt;String, dynamic&gt;&gt; fetchUserRaw(int id);</a:t>
            </a:r>
            <a:br/>
            <a:r>
              <a:t>}</a:t>
            </a:r>
            <a:br/>
            <a:br/>
            <a:r>
              <a:t>class UserRemoteDataSourceImpl implements UserRemoteDataSource {</a:t>
            </a:r>
            <a:br/>
            <a:r>
              <a:t>  @override</a:t>
            </a:r>
            <a:br/>
            <a:r>
              <a:t>  Future&lt;Map&lt;String, dynamic&gt;&gt; fetchUserRaw(int id) async {</a:t>
            </a:r>
            <a:br/>
            <a:r>
              <a:t>    // Memanggil Dio client atau REST API:</a:t>
            </a:r>
            <a:br/>
            <a:r>
              <a:t>    return {'id': id, 'name': 'Siti Aminah', 'role': 'Engineer'};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(slide_10_data_sources.dart)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DATA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Repository Implementation: Manajer Logistik Cerdas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📋 Analogi Manajer Logistik: Manajer yang memutuskan: 'Cek stok gudang lokal dulu. Jika kosong, baru pesan ke pabrik pusat via kurir.'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🤝 Menepati Kontrak Domain: Kelas ini wajib mengimplementasikan interface `ProfileRepository` yang sudah disepakati di Domain Layer.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🔄 Orkestrasi Data: Memanggil `RemoteDataSource`, mem-parsing ke `ProfileModel`, lalu mengembalikannya sebagai `Profile` Entity murni.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🚨 Penanganan Galat: Tempat resmi menangkap `ServerException` jaringan dan menerjemahkannya menjadi kegagalan yang dipahami pengguna.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Repository Implementation adalah satu-satunya jembatan penghubung antara dunia luar (Data) dengan dunia inti (Domain)!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repo_implementation.dart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ProfileRepositoryImpl implements ProfileRepository {</a:t>
            </a:r>
            <a:br/>
            <a:r>
              <a:t>  @override</a:t>
            </a:r>
            <a:br/>
            <a:r>
              <a:t>  Future&lt;Profile&gt; getProfile() async {</a:t>
            </a:r>
            <a:br/>
            <a:r>
              <a:t>    // 1. Panggil Remote Data Source</a:t>
            </a:r>
            <a:br/>
            <a:r>
              <a:t>    final raw = await remoteDataSource.fetchRaw();</a:t>
            </a:r>
            <a:br/>
            <a:r>
              <a:t>    // 2. Parse ke Model DTO</a:t>
            </a:r>
            <a:br/>
            <a:r>
              <a:t>    final model = ProfileModel.fromJson(raw);</a:t>
            </a:r>
            <a:br/>
            <a:r>
              <a:t>    // 3. Kembalikan sebagai Entity Domain murni:</a:t>
            </a:r>
            <a:br/>
            <a:r>
              <a:t>    return model;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(slide_11_data_repository_impl.dart)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PRINSIP SOLID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Dependency Inversion: Steker Listrik Standar Stopkontak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🔌 Analogi Steker Standar: Kipas angin tidak boleh disolder mati ke kabel tiang listrik PLN; kipas angin dan PLN sama-sama sepakat memakai stopkontak.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🏛️ Aturan DIP: Modul tingkat tinggi (Presentation/Domain) tidak boleh bergantung langsung pada modul tingkat rendah (Data/API).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Keduanya Bergantung pada Abstraksi: Baik Presenter maupun Repository Impl sama-sama bergantung pada interface kontrak abstrak.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🧪 Kekuatan Mocking: Anda bisa mengganti pengiriman SMS dengan WhatsApp Notifier dalam 1 detik tanpa mengubah 1 baris pun kode pemanggil!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DIP adalah rahasia terbesar mengapa aplikasi enterprise dunia bisa diuji otomatis tanpa internet!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dependency_inversion.dart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NotifierService adalah colokan standar universal:</a:t>
            </a:r>
            <a:br/>
            <a:r>
              <a:t>abstract class NotifierService {</a:t>
            </a:r>
            <a:br/>
            <a:r>
              <a:t>  String send(String message);</a:t>
            </a:r>
            <a:br/>
            <a:r>
              <a:t>}</a:t>
            </a:r>
            <a:br/>
            <a:br/>
            <a:r>
              <a:t>// Konsumen hanya kenal colokan, tidak peduli merk kabelnya:</a:t>
            </a:r>
            <a:br/>
            <a:r>
              <a:t>class OrderManager {</a:t>
            </a:r>
            <a:br/>
            <a:r>
              <a:t>  final NotifierService service;</a:t>
            </a:r>
            <a:br/>
            <a:r>
              <a:t>  OrderManager(this.service); // Injeksi lewat konstruktor</a:t>
            </a:r>
            <a:br/>
            <a:r>
              <a:t>  void finish() =&gt; service.send('Pesanan Siap!');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(slide_12_dependency_inversion.dart)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INJEKSI DEPENDENSI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GetIt: Meja Resepsionis Hotel Bintang Lima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🛎️ Analogi Resepsionis Hotel: Tamu tidak perlu keliling mencari sopir taksi atau koki; cukup hubungi meja resepsionis 'sl&lt;T&gt;()' di lobi.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🌐 Service Locator Global: `final sl = GetIt.instance` menyimpan seluruh resep pembuatan objek di satu titik terpusat.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Bebas Oper Parameter: Widget anak tidak perlu lagi mengoper variabel `repository` melewati 10 anak tangga widget tree.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📍 File Registrasi: Seluruh dependensi didaftarkan di satu berkas resmi: `core/di/injection_container.dart`.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Panggil setupLocator() di dalam void main() sebelum fungsi runApp() dijalankan!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get_it_service_locator.dart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sl = GetIt.instance; // Service Locator Global</a:t>
            </a:r>
            <a:br/>
            <a:br/>
            <a:r>
              <a:t>void setupLocator() {</a:t>
            </a:r>
            <a:br/>
            <a:r>
              <a:t>  // Daftarkan layanan ke resepsionis:</a:t>
            </a:r>
            <a:br/>
            <a:r>
              <a:t>  sl.registerSingleton&lt;AppConfigService&gt;(AppConfigService());</a:t>
            </a:r>
            <a:br/>
            <a:r>
              <a:t>}</a:t>
            </a:r>
            <a:br/>
            <a:br/>
            <a:r>
              <a:t>// Ambil kapan saja di mana saja:</a:t>
            </a:r>
            <a:br/>
            <a:r>
              <a:t>final config = sl&lt;AppConfigService&gt;();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(slide_13_get_it_service_locator.dart)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INJEKSI DEPENDENSI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Factory vs Singleton: Karcis Parkir vs Generator Listrik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🎫 Analogi Karcis Parkir: Setiap mobil masuk dicetak karcis baru (Factory). Generator listrik gedung hanya ada satu dipakai bersama (Singleton).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🏢 registerLazySingleton: Objek dibuat HANYA 1 kali saat pertama kali diminta, lalu dipakai bersama selamanya (Cocok untuk Repository, Dio, Database).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🔄 registerFactory: Objek baru selalu dicetak ulang setiap kali dipanggil (Cocok untuk Cubit / BLoC agar state kembali segar saat buka halaman baru).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Hemat Memori: 'Lazy' berarti objek tidak memakan RAM sebelum ada halaman yang benar-benar memanggilnya.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Aturan Emas GetIt: Repository &amp; Data Source daftar sebagai LazySingleton, sedangkan Cubit daftar sebagai Factory!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factory_vs_singleton.dart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initDI() {</a:t>
            </a:r>
            <a:br/>
            <a:r>
              <a:t>  // 1. Repository: Singleton (1 objek untuk seluruh aplikasi)</a:t>
            </a:r>
            <a:br/>
            <a:r>
              <a:t>  sl.registerLazySingleton&lt;ProductRepository&gt;(</a:t>
            </a:r>
            <a:br/>
            <a:r>
              <a:t>    () =&gt; ProductRepositoryImpl(),</a:t>
            </a:r>
            <a:br/>
            <a:r>
              <a:t>  );</a:t>
            </a:r>
            <a:br/>
            <a:br/>
            <a:r>
              <a:t>  // 2. Cubit: Factory (Objek baru setiap kali halaman dibuka)</a:t>
            </a:r>
            <a:br/>
            <a:r>
              <a:t>  sl.registerFactory&lt;ProductCubit&gt;(</a:t>
            </a:r>
            <a:br/>
            <a:r>
              <a:t>    () =&gt; ProductCubit(sl()),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(slide_14_factory_vs_singleton.dart)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805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KONSUMSI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Presentation Layer: Kasir Meneruskan Pesanan ke Koki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👨‍🍳 Analogi Dapur Restoran: Kasir di depan (Cubit) menerima pesanan pembeli, lalu meneruskannya ke koki spesialis soto (Use Case).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Cubit Tidak Boleh Sentuh Repo: Cubit hanya boleh memanggil Use Case, bukan memanggil Repository secara langsung!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🧱 Modularitas Tinggi: Jika alur verifikasi login berubah, perubahannya cukup di `LoginUseCase`, file Cubit dan UI tidak perlu disentuh.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✨ State Reaktif: Cubit menerima hasil kembalian dari Use Case, lalu memancarkan status `ProductLoaded` ke widget tampilan.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Injeksi Use Case ke dalam konstruktor Cubit menggunakan GetIt: sl&lt;MyCubit&gt;() otomatis mengisi Use Case-nya!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cubit_usecase.dart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GreetingCubit extends Cubit&lt;String&gt; {</a:t>
            </a:r>
            <a:br/>
            <a:r>
              <a:t>  final GetGreetingUseCase useCase; // Panggil Use Case!</a:t>
            </a:r>
            <a:br/>
            <a:r>
              <a:t>  GreetingCubit(this.useCase) : super('Menunggu');</a:t>
            </a:r>
            <a:br/>
            <a:br/>
            <a:r>
              <a:t>  void greet(String name) {</a:t>
            </a:r>
            <a:br/>
            <a:r>
              <a:t>    // Menjalankan tugas bisnis murni:</a:t>
            </a:r>
            <a:br/>
            <a:r>
              <a:t>    final pesan = useCase.execute(name);</a:t>
            </a:r>
            <a:br/>
            <a:r>
              <a:t>    emit(pesan);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(slide_15_presentation_cubit_usecase.dart)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ALUR DATA UTUH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Alur Data End-to-End: Ekspedisi Paket Pos Hingga Tangan Pembeli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🚚 Alur Distribusi: Pembeli klik tombol (UI) -&gt; Kasir input resi (Cubit) -&gt; Manajer gudang proses nota (Use Case) -&gt; Kurir jemput paket (Repo) -&gt; Pabrik kirim barang (API).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UI: `context.read&lt;ItemCubit&gt;().load()` dipicu saat tombol diklik.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Cubit: Memancarkan state `Loading`, lalu memanggil `getItemUseCase()`.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Use Case: Meminta data ke `ItemRepository` (Kontrak Abstrak).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Repo Impl: Mengambil data dari `RemoteDataSource`, parse Model, kembalikan Entity murni ke UI!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Pahami rantai alur ini di luar kepala; ini adalah pertanyaan wajib saat wawancara kerja Mobile Engineer!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end_to_end_flow.dart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Rantai Pemanggilan Berkelas Enterprise:</a:t>
            </a:r>
            <a:br/>
            <a:r>
              <a:t>UI (Screen / Button)</a:t>
            </a:r>
            <a:br/>
            <a:r>
              <a:t>   ▼ context.read&lt;ItemCubit&gt;().load()</a:t>
            </a:r>
            <a:br/>
            <a:r>
              <a:t>Presentation (Cubit)</a:t>
            </a:r>
            <a:br/>
            <a:r>
              <a:t>   ▼ getItemUseCase()</a:t>
            </a:r>
            <a:br/>
            <a:r>
              <a:t>Domain (Use Case)</a:t>
            </a:r>
            <a:br/>
            <a:r>
              <a:t>   ▼ repository.fetchItem()</a:t>
            </a:r>
            <a:br/>
            <a:r>
              <a:t>Data (Repository Impl)</a:t>
            </a:r>
            <a:br/>
            <a:r>
              <a:t>   ▼ remoteDataSource.fetch()</a:t>
            </a:r>
            <a:br/>
            <a:r>
              <a:t>Infrastructure (HTTP / API Server)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(slide_16_end_to_end_clean_flow.dart)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5 Aturan Emas Clean Architecture (Pedoman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Domain Layer Bebas dari Flutter: Folder domain murni berisi kode Dart murni tanpa `package:flutter`.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Satu Use Case Satu Tugas: Gunakan kelas spesifik (LoginUseCase, GetProductsUseCase), bukan Use Case sapu jagat.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Cubit Dilarang Sentuh Repository: Presentation Layer wajib memanggil Use Case sebagai perantara logika.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Model Mewarisi Entity: `class ProductModel extends Product` di Data Layer untuk mengisolasi format JSON.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Pendaftaran Terpusat di GetIt: Seluruh instansiasi objek dikumpulkan di `injection_container.dart`.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kelima checklist ini untuk memastikan repositori kelompok Anda meraih skor maksimal 100 pada UTS!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checklist_clean_arch.dart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Arsitektur Standar 2026:</a:t>
            </a:r>
            <a:br/>
            <a:r>
              <a:t>// [✓] Struktur proyek tersusun rapi Feature-First</a:t>
            </a:r>
            <a:br/>
            <a:r>
              <a:t>// [✓] Domain Layer 100% bebas error saat diuji tanpa Flutter UI</a:t>
            </a:r>
            <a:br/>
            <a:r>
              <a:t>// [✓] Semua dependensi diinjeksi via Service Locator GetIt</a:t>
            </a:r>
            <a:br/>
            <a:r>
              <a:t>// [✓] Lolos audit linting 'dart analyze' dengan 0 issue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(slide_17_checklist_clean_architecture.dart)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07: Implementasi Penuh Katalog E-Commerce dengan Clean Architecture &amp; GetIt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Katalog Gadget 2026 menggunakan pemisahan 3 layer Clean Architecture murni.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Definisikan 'Product' Entity di Domain Layer dan 'ProductModel' di Data Layer dengan fromJson parser.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'GetProductsUseCase' yang memanggil interface abstrak 'ProductRepository'.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Implementasikan 'ProductRepositoryImpl' yang mensimulasikan pemanggilan data asinkron dari server.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Daftarkan Repository (LazySingleton), UseCase (LazySingleton), dan ProductCubit (Factory) di GetIt Service Locator.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4 Status UI (Initial, Loading, Loaded, Error) secara reaktif dengan tombol muat ulang dan simulasi error server!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dan buktikan seluruh alur terisolasi rapi!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Seluruh lapisan terpisah sempurna, dependensi terinjeksi via GetIt, 4 status UI tertangani, dan data tampil mulus.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(slide_18_lab_quest_clean_architecture.dart)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