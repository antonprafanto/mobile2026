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IF3205 • PEMROGRAMAN PIRANTI BERGERAK • PERTEMUAN 14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Engineering Quality Assurance:</a:t>
            </a:r>
            <a:br/>
            <a:r>
              <a:t>Unit Testing, Widget Testing, &amp; DevTools Profiling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Menjamin reliabilitas kode, memverifikasi logika dengan mocktail, dan mendiagnosis frame jank menggunakan Flutter DevTools.</a:t>
            </a:r>
          </a:p>
          <a:p>
            <a:pPr>
              <a:defRPr sz="1200">
                <a:solidFill>
                  <a:srgbClr val="6366F1"/>
                </a:solidFill>
                <a:latin typeface="Segoe UI"/>
              </a:defRPr>
            </a:pPr>
            <a:r>
              <a:t>Teknik Informatika • Outcome-Based Education • Standar Rekayasa Industri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SOFTWARE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Mengapa Manual Testing adalah Mimpi Buruk Rekayasa?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t>🔥 Masalah Nyata: Apakah Anda rela mengklik ulang 15 tombol di aplikasi setiap kali ada perubahan kecil?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Manual testing memakan waktu berjam-jam dan tidak reliabel.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Perbaikan bug di halaman A sering kali memicu bug baru di halaman B (Regression).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Aplikasi terasa berat dan tersendat (Frame Drops) tanpa tahu widget mana biang keladinya.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• Memory leak akibat controller yang lupa di-dispose menguras baterai smartphone pengguna.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💡 Studi Kasus Industri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Perusahaan teknologi kelas atas mewajibkan code coverage minimal 75% sebelum kode diizinkan masuk ke server produksi melalui Continuous Integration (CI).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PIRAMIDA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Tiga Tingkatan Pengujian di Flutter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SPEED &amp; LOGIC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Unit Tests (70%)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Menguji fungsi kalkulasi &amp; Cubit.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Eksekusi super cepat (&lt; 10 ms).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Menggunakan mocktail &amp; bloc_test.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Bebas dari UI &amp; BuildContext.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COMPONENT UI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Widget Tests (20%)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Menguji render tombol &amp; input form.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Menguji perilaku tap jari.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Simulasi layar tanpa emulator.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Memastikan teks &amp; ikon muncul.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END-TO-END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Integration Tests (10%)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Menguji alur pengguna utuh.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Dijalankan di real device / emulator.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Login -&gt; Checkout -&gt; Payment.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Simulasi skenario pengguna nyata.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UNIT TEST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Pengujian State Cubit Menggunakan 'bloc_test'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🎯 Panduan Arsitektur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build: Menyiapkan instans Cubit.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act: Memanggil fungsi atau aksi bisnis.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expect: Memverifikasi urutan state yang dipancarkan secara eksak.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45920"/>
            <a:ext cx="5882335" cy="4572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💻 Predictable BLoC Test Code</a:t>
            </a:r>
          </a:p>
          <a:p>
            <a:pPr>
              <a:defRPr sz="1050">
                <a:solidFill>
                  <a:srgbClr val="A7F3D0"/>
                </a:solidFill>
                <a:latin typeface="Consolas"/>
              </a:defRPr>
            </a:pPr>
            <a:r>
              <a:t>blocTest&lt;CartCubit, CartState&gt;(</a:t>
            </a:r>
            <a:br/>
            <a:r>
              <a:t>  'Memancarkan success saat item ditambahkan ke keranjang',</a:t>
            </a:r>
            <a:br/>
            <a:r>
              <a:t>  build: () =&gt; CartCubit(),</a:t>
            </a:r>
            <a:br/>
            <a:r>
              <a:t>  act: (cubit) =&gt; cubit.addItem(sampleProduct),</a:t>
            </a:r>
            <a:br/>
            <a:r>
              <a:t>  expect: () =&gt; [</a:t>
            </a:r>
            <a:br/>
            <a:r>
              <a:t>    CartState(</a:t>
            </a:r>
            <a:br/>
            <a:r>
              <a:t>      items: [sampleProduct],</a:t>
            </a:r>
            <a:br/>
            <a:r>
              <a:t>      totalPrice: 25000,</a:t>
            </a:r>
            <a:br/>
            <a:r>
              <a:t>      status: CartStatus.success,</a:t>
            </a:r>
            <a:br/>
            <a:r>
              <a:t>    ),</a:t>
            </a:r>
            <a:br/>
            <a:r>
              <a:t>  ],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HANDS-ON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Lab Quest Pertemuan 14: Membuat Test Suite &amp; Profiling DevTools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⏱️ ESTIMASI WAKTU: 60 MENIT • KERJAKAN DI SMARTPHONE / LAB PC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Spesifikasi Tugas Mandiri: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Tulis minimal 3 Unit Test untuk memverifikasi logika autentikasi dan validasi.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Jalankan 'flutter test' dan pastikan semua test berstatus hijau lulus.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Buka Flutter DevTools di browser dan pantau alokasi Memory tab.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  [ ]  Pastikan tidak ada memory leak saat bolak-balik berpindah halaman 10 kali.</a:t>
            </a:r>
          </a:p>
          <a:p>
            <a:br/>
            <a:pPr>
              <a:defRPr sz="1200" b="1">
                <a:solidFill>
                  <a:srgbClr val="10B981"/>
                </a:solidFill>
                <a:latin typeface="Consolas"/>
              </a:defRPr>
            </a:pPr>
            <a:r>
              <a:t>📦 Pengumpulan Git: git commit -m 'test: add comprehensive unit tests for cart and auth cubit'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