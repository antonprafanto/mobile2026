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2_tools_dan_preview_responsif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3_filosofi_material3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4_color_scheme_see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5_typography_text_them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6_dynamic_theme_light_dark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7_mediaquery_dimens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8_layoutbuilder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9_breakpoints_helper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0_orientation_builde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1_adaptive_navig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2_responsive_grid_layou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3_master_detail_pattern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4_adaptive_widgets_nativ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5_reusable_component_kit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6_fittedbox_scaling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7_checklist_responsive_ui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8_lab_quest_dashboard_responsif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Material Design 3 &amp; Antarmuka Responsif Lintas Platform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Desain Adaptif yang Menyesuaikan Diri Otomatis pada Ponsel, Tablet, dan Desktop Menggunakan ColorScheme Seed &amp; Breakpoints Modern.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UJI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Menguji UI Responsif di Browser Chrome (Hemat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Tidak perlu membeli banyak perangkat fisik atau membuka emulator tablet yang sangat berat di PC lab.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jalankan: 'flutter run -d chrome'. Peramban web Google Chrome memakan RAM &lt; 150MB.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Tarik sisi kanan jendela Chrome untuk menyimulasikan layar ponsel (lebar &lt;600dp) hingga layar tablet/desktop (&gt;840dp).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Hot Reload (&lt;1 detik) membuat iterasi desain responsif menjadi sangat instan dan menyenangkan.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'flutter run -d chrome' untuk menghemat memori PC laboratorium Anda!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lebar layar peramban saat di-resize:</a:t>
            </a:r>
            <a:br/>
            <a:r>
              <a:t>final screenWidth = MediaQuery.sizeOf(context).width;</a:t>
            </a:r>
            <a:br/>
            <a:br/>
            <a:r>
              <a:t>// Deteksi sederhana jenis perangkat:</a:t>
            </a:r>
            <a:br/>
            <a:r>
              <a:t>final isMobile = screenWidth &lt; 600;</a:t>
            </a:r>
            <a:br/>
            <a:br/>
            <a:r>
              <a:t>print(isMobile ? 'Tampilan: Ponsel' : 'Tampilan: Tablet/PC');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(slide_02_tools_dan_preview_responsif.dart)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DESAIN SISTEM M3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Filosofi Material 3: Sudut Alami &amp; Komponen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Material 3 adalah evolusi desain antarmuka resmi Google untuk Android 12 ke atas dan lintas platform.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Ciri khas utama: Sudut membulat alami (12dp s.d. 16dp), bayangan elevasi halus, dan tombol hierarki tonal.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tombol standar M3: 'FilledButton' (aksi utama), 'FilledButton.tonal' (aksi sekunder), dan 'OutlinedButton'.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Wajib diaktifkan di Flutter dengan menetapkan: 'useMaterial3: true' di dalam ThemeData.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FilledButton sebagai pengganti ElevatedButton lama untuk standar UI 2026!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material3_philosophy.dart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 // Wajib diaktifkan!</a:t>
            </a:r>
            <a:br/>
            <a:r>
              <a:t>    colorSchemeSeed: Colors.indigo,</a:t>
            </a:r>
            <a:br/>
            <a:r>
              <a:t>  ),</a:t>
            </a:r>
            <a:br/>
            <a:r>
              <a:t>  home: const Scaffold(</a:t>
            </a:r>
            <a:br/>
            <a:r>
              <a:t>    body: Center(</a:t>
            </a:r>
            <a:br/>
            <a:r>
              <a:t>      child: FilledButton(</a:t>
            </a:r>
            <a:br/>
            <a:r>
              <a:t>        onPressed: null,</a:t>
            </a:r>
            <a:br/>
            <a:r>
              <a:t>        child: Text('Tombol Material 3'),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(slide_03_filosofi_material3.dart)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PALET WARNA DINAMIS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ColorScheme Seed: Satu Warna Menghasilkan Seluruh Tema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era Material 3, Anda tidak perlu lagi menentukan puluhan kode warna heksadesimal secara manual!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sediakan satu warna benih: 'colorSchemeSeed: Colors.teal'.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Flutter otomatis menghitung palet harmonis: 'primary', 'primaryContainer', 'secondary', 'surface', dsb.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dibaca di mana saja melalui: 'Theme.of(context).colorScheme'.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Selalu pasangkan wadah warna (primaryContainer) dengan teks pasangannya (onPrimaryContainer)!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color_scheme_seed.dart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Mengambil palet warna aktif di widget:</a:t>
            </a:r>
            <a:br/>
            <a:r>
              <a:t>final colors = Theme.of(context).colorScheme;</a:t>
            </a:r>
            <a:br/>
            <a:br/>
            <a:r>
              <a:t>Card(</a:t>
            </a:r>
            <a:br/>
            <a:r>
              <a:t>  color: colors.primaryContainer,</a:t>
            </a:r>
            <a:br/>
            <a:r>
              <a:t>  child: Text(</a:t>
            </a:r>
            <a:br/>
            <a:r>
              <a:t>    'Teks Kontras Otomatis',</a:t>
            </a:r>
            <a:br/>
            <a:r>
              <a:t>    style: TextStyle(color: colors.onPrimaryContainer),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(slide_04_color_scheme_seed.dart)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HIRARKI TIPOGRAFI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Skala Tipografi M3: Display, Headline, Title, Body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Hindari melakukan hardcode 'fontSize: 24' pada widget Text Anda!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skala teks resmi Google: Display (sangat besar), Headline (judul bab), Title (judul kartu), Body (paragraf isi).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Standar default teks aplikasi adalah 'bodyMedium' (14sp).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Keuntungan: Otomatis mematuhi pengaturan aksesibilitas pembesaran huruf di smartphone pengguna tunanetra.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Memanfaatkan TextTheme menjamin aplikasi Anda ramah aksesibilitas tunanetra!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typography_hierarchy.dart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textTheme = Theme.of(context).textTheme;</a:t>
            </a:r>
            <a:br/>
            <a:br/>
            <a:r>
              <a:t>Text('Judul Halaman', style: textTheme.titleLarge);</a:t>
            </a:r>
            <a:br/>
            <a:r>
              <a:t>Text('Judul Kartu', style: textTheme.titleMedium);</a:t>
            </a:r>
            <a:br/>
            <a:r>
              <a:t>Text('Paragraf Artikel', style: textTheme.bodyMedium);</a:t>
            </a:r>
            <a:br/>
            <a:r>
              <a:t>Text('Keterangan Kecil', style: textTheme.labelSmall);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(slide_05_typography_text_theme.dart)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Mendukung Tema Terang &amp; Gelap (Light &amp; Dark)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modern wajib mendukung mode gelap demi kenyamanan mata dan efisiensi baterai layar OLED.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MaterialApp memiliki 3 properti kunci: 'theme' (terang), 'darkTheme' (gelap), dan 'themeMode'.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'ThemeMode.system' akan otomatis mengikuti setelan tema di sistem operasi HP pengguna.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Uji kontras teks Anda pada kedua mode sebelum mengumpulkan tugas praktikum.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SegmentedButton untuk memberikan opsi ganti tema Terang/Gelap/Sistem.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dynamic_theme.dart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Brightness.light,</a:t>
            </a:r>
            <a:br/>
            <a:r>
              <a:t>  ),</a:t>
            </a:r>
            <a:br/>
            <a:r>
              <a:t>  darkTheme: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Brightness.dark,</a:t>
            </a:r>
            <a:br/>
            <a:r>
              <a:t>  ),</a:t>
            </a:r>
            <a:br/>
            <a:r>
              <a:t>  themeMode: _isDark ? ThemeMode.dark : ThemeMode.light,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(slide_06_dynamic_theme_light_dark.dart)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MediaQuery: Membaca Ukuran Layar Fisik Total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MediaQuery memberikan informasi menyeluruh tentang perangkat fisik tempat aplikasi berjalan.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Membaca dimensi: 'MediaQuery.sizeOf(context).width' dan '.height'.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Membaca orientasi: 'MediaQuery.orientationOf(context) == Orientation.portrait'.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⚠️ Catatan Awam: MediaQuery mengukur SELURUH layar HP, bukan ruang sempit di dalam dialog atau split-view.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MediaQuery.sizeOf(context) daripada MediaQuery.of(context).size untuk efisiensi rebuild!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mediaquery_screen.dart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ukuran layar total:</a:t>
            </a:r>
            <a:br/>
            <a:r>
              <a:t>final size = MediaQuery.sizeOf(context);</a:t>
            </a:r>
            <a:br/>
            <a:br/>
            <a:r>
              <a:t>// Deteksi orientasi:</a:t>
            </a:r>
            <a:br/>
            <a:r>
              <a:t>final isPortrait = MediaQuery.orientationOf(context) </a:t>
            </a:r>
            <a:br/>
            <a:r>
              <a:t>    == Orientation.portrait;</a:t>
            </a:r>
            <a:br/>
            <a:br/>
            <a:r>
              <a:t>print('Lebar Layar: ${size.width} dp');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(slide_07_mediaquery_dimensions.dart)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LayoutBuilder: Mengetahui Ruang Tersedia dari Parent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Inilah senjata rahasia membangun komponen antarmuka yang benar-benar modular dan fleksibel.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LayoutBuilder menyediakan objek 'BoxConstraints': memberi tahu lebar maksimum yang boleh digunakan widget anak.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ideal untuk kartu yang bisa tampil di ponsel penuh (lebar 400dp) maupun di dalam tablet split-view (lebar 300dp).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Hukum Emas: Jika membuat widget modular, gunakan LayoutBuilder, BUKAN MediaQuery!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LayoutBuilder memungkinkan satu widget yang sama tampil rapi di HP, tablet, maupun dialog pop-up!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layout_builder_demo.dart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LayoutBuilder(</a:t>
            </a:r>
            <a:br/>
            <a:r>
              <a:t>  builder: (context, constraints) {</a:t>
            </a:r>
            <a:br/>
            <a:r>
              <a:t>    if (constraints.maxWidth &lt; 500) {</a:t>
            </a:r>
            <a:br/>
            <a:r>
              <a:t>      return const Column(children: [...]); // Vertikal</a:t>
            </a:r>
            <a:br/>
            <a:r>
              <a:t>    } else {</a:t>
            </a:r>
            <a:br/>
            <a:r>
              <a:t>      return const Row(children: [...]);    // Horizontal</a:t>
            </a:r>
            <a:br/>
            <a:r>
              <a:t>    }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(slide_08_layoutbuilder_constraints.dart)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BREAKPOINTS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Standar Ambang Layar Google (Compact, Medium, Expanded)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Compact (&lt; 600 dp): Mayoritas smartphone dalam posisi tegak (portrait). Tata letak 1 kolom.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Medium (600 dp s.d. 840 dp): Tablet kecil, ponsel lipat terbuka (*foldable*), atau ponsel miring (landscape).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Expanded (&gt; 840 dp): Tablet besar, laptop, dan layar monitor desktop. Tata letak multi-kolom.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enum atau helper class sederhana untuk mengklasifikasikan tampilan aplikasi Anda.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Angka sakti yang wajib Anda hafal: 600 dp adalah batas antara Ponsel dan Tablet!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breakpoints_helper.dart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enum WindowSize { compact, medium, expanded }</a:t>
            </a:r>
            <a:br/>
            <a:br/>
            <a:r>
              <a:t>WindowSize getSizeClass(double width) {</a:t>
            </a:r>
            <a:br/>
            <a:r>
              <a:t>  if (width &lt; 600) return WindowSize.compact;</a:t>
            </a:r>
            <a:br/>
            <a:r>
              <a:t>  if (width &lt; 840) return WindowSize.medium;</a:t>
            </a:r>
            <a:br/>
            <a:r>
              <a:t>  return WindowSize.expanded;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(slide_09_breakpoints_helper.dart)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ORIENTASI LAYAR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OrientationBuilder: Merespons Rotasi Layar Smartphone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Ketika pengguna memiringkan ponselnya, tinggi layar berkurang drastis sementara lebar bertambah.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OrientationBuilder mendengarkan event rotasi dan membangun ulang UI secara reaktif.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Pola umum: Mengubah GridView dari 2 kolom (portrait) menjadi 4 kolom (landscape).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elemen formulir terpotong oleh keyboard saat ponsel dalam posisi miring.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Uji rotasi layar di emulator atau Chrome dengan shortcut Ctrl + F11 / rotasi jendela!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orientation_builder.dart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OrientationBuilder(</a:t>
            </a:r>
            <a:br/>
            <a:r>
              <a:t>  builder: (context, orientation) {</a:t>
            </a:r>
            <a:br/>
            <a:r>
              <a:t>    final isPortrait = orientation == Orientation.portrait;</a:t>
            </a:r>
            <a:br/>
            <a:r>
              <a:t>    return GridView.count(</a:t>
            </a:r>
            <a:br/>
            <a:r>
              <a:t>      crossAxisCount: isPortrait ? 2 : 4,</a:t>
            </a:r>
            <a:br/>
            <a:r>
              <a:t>      children: [...],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(slide_10_orientation_builder.dart)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NAVIGASI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Navigasi Layar Lebar: NavigationBar vs NavigationRail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ponsel: Jempol pengguna mudah menjangkau bilah bawah -&gt; Gunakan 'NavigationBar'.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tablet/desktop: Layar terlalu lebar untuk menu bawah -&gt; Pindahkan ke bilah samping kiri: 'NavigationRail'.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Kedua widget ini memiliki properti 'destinations' dan 'selectedIndex' yang serupa sehingga mudah digabungkan.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Standar baku pengalaman pengguna profesional di tahun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NavigationRail di samping menghemat ruang vertikal tablet yang sangat berharga!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adaptive_navigation.dart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Scaffold(</a:t>
            </a:r>
            <a:br/>
            <a:r>
              <a:t>  body: Row(</a:t>
            </a:r>
            <a:br/>
            <a:r>
              <a:t>    children: [</a:t>
            </a:r>
            <a:br/>
            <a:r>
              <a:t>      if (isTablet)</a:t>
            </a:r>
            <a:br/>
            <a:r>
              <a:t>        NavigationRail(</a:t>
            </a:r>
            <a:br/>
            <a:r>
              <a:t>          selectedIndex: _idx,</a:t>
            </a:r>
            <a:br/>
            <a:r>
              <a:t>          destinations: [...],</a:t>
            </a:r>
            <a:br/>
            <a:r>
              <a:t>        ),</a:t>
            </a:r>
            <a:br/>
            <a:r>
              <a:t>      Expanded(child: _pages[_idx]),</a:t>
            </a:r>
            <a:br/>
            <a:r>
              <a:t>    ],</a:t>
            </a:r>
            <a:br/>
            <a:r>
              <a:t>  ),</a:t>
            </a:r>
            <a:br/>
            <a:r>
              <a:t>  bottomNavigationBar: isTablet ? null : NavigationBar(...),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(slide_11_adaptive_navigation.dart)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LAYOUT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Grid Responsif: Menyesuaikan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Jangan mematok jumlah kolom grid secara kaku (misal: crossAxisCount: 2). Di tablet, kartu akan melar aneh!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rumus pembagi atau fungsi helper berdasarkan lebar ruang: width &lt; 600 (1 kolom), &lt; 900 (2 kolom), &gt; 900 (3 kolom).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Atau gunakan: 'SliverGridDelegateWithMaxCrossAxisExtent' dengan maxCrossAxisExtent: 250.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Hasilnya: Berapa pun lebar layar yang ditarik pengguna, ukuran kartu tetap proporsional.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Uji grid Anda pada resolusi tablet agar kartu tidak terlihat gepeng atau meregang.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responsive_grid.dart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int calculateColumns(double width) {</a:t>
            </a:r>
            <a:br/>
            <a:r>
              <a:t>  if (width &lt; 600) return 1; // Ponsel</a:t>
            </a:r>
            <a:br/>
            <a:r>
              <a:t>  if (width &lt; 900) return 2; // Tablet</a:t>
            </a:r>
            <a:br/>
            <a:r>
              <a:t>  return 3;                  // Desktop</a:t>
            </a:r>
            <a:br/>
            <a:r>
              <a:t>}</a:t>
            </a:r>
            <a:br/>
            <a:br/>
            <a:r>
              <a:t>GridView.builder(</a:t>
            </a:r>
            <a:br/>
            <a:r>
              <a:t>  gridDelegate: SliverGridDelegateWithFixedCrossAxisCount(</a:t>
            </a:r>
            <a:br/>
            <a:r>
              <a:t>    crossAxisCount: calculateColumns(constraints.maxWidth),</a:t>
            </a:r>
            <a:br/>
            <a:r>
              <a:t>  ),</a:t>
            </a:r>
            <a:br/>
            <a:r>
              <a:t>  itemBuilder: (ctx, i) =&gt; Card(...),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(slide_12_responsive_grid_layout.dart)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ARSITEKTUR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Pola Master-Detail: Tumpukan HP vs Split Pane Tablet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ponsel: Pengguna mengetuk item daftar -&gt; Berpindah ke layar detail baru (Navigator.push).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tablet: Daftar (Master) dan rincian (Detail) ditampilkan berdampingan dalam satu layar (Split Pane).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Pengguna tablet tidak perlu bolak-balik menekan tombol 'Back' untuk membaca isi berkas.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Merupakan pola desain antarmuka wajib pada aplikasi email, pesan chat, dan katalog e-commerce.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Pola Master-Detail meningkatkan produktivitas pengguna tablet hingga 2 kali lipat!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master_detail_pattern.dart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if (isTablet)</a:t>
            </a:r>
            <a:br/>
            <a:r>
              <a:t>  Row(</a:t>
            </a:r>
            <a:br/>
            <a:r>
              <a:t>    children: [</a:t>
            </a:r>
            <a:br/>
            <a:r>
              <a:t>      SizedBox(width: 300, child: MasterList()),</a:t>
            </a:r>
            <a:br/>
            <a:r>
              <a:t>      Expanded(child: DetailView(selectedItem)),</a:t>
            </a:r>
            <a:br/>
            <a:r>
              <a:t>    ],</a:t>
            </a:r>
            <a:br/>
            <a:r>
              <a:t>  )</a:t>
            </a:r>
            <a:br/>
            <a:r>
              <a:t>else</a:t>
            </a:r>
            <a:br/>
            <a:r>
              <a:t>  MasterList(); // Di ponsel: push() ke layar baru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(slide_13_master_detail_pattern.dart)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WIDGET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Komponen .adaptive(): Otomatis Rasa Android &amp; 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Flutter menyediakan konstruktor khusus '.adaptive()' untuk komponen yang memiliki perbedaan gaya drastis.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Contoh: 'Switch.adaptive()' akan bergaya Material 3 di Android/Web, dan bergaya saklar hijau lonjong di iPhone.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'CircularProgressIndicator.adaptive()' menampilkan lingkaran putar di Android dan pemintal abu di iOS.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sensasi aplikasi asli (*native feel*) tanpa perlu menulis percabangan kode 'if (Platform.isIOS)' manual.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konstruktor .adaptive() untuk elemen kontrol formulir lintas platform!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adaptive_widgets.dart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Saklar otomatis menyesuaikan OS:</a:t>
            </a:r>
            <a:br/>
            <a:r>
              <a:t>Switch.adaptive(</a:t>
            </a:r>
            <a:br/>
            <a:r>
              <a:t>  value: _isActive,</a:t>
            </a:r>
            <a:br/>
            <a:r>
              <a:t>  onChanged: (val) =&gt; setState(() =&gt; _isActive = val),</a:t>
            </a:r>
            <a:br/>
            <a:r>
              <a:t>);</a:t>
            </a:r>
            <a:br/>
            <a:br/>
            <a:r>
              <a:t>// Loading spinner otomatis:</a:t>
            </a:r>
            <a:br/>
            <a:r>
              <a:t>CircularProgressIndicator.adaptive();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(slide_14_adaptive_widgets_native.dart)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REUSABLE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Membangun Komponen Kit: Kartu Statistik Kuliah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profesional tidak menduplikasi kode tata letak berulang-ulang (*Don't Repeat Yourself / DRY*).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Bungkus pola UI yang sering dipakai ke dalam StatelessWidget tersendiri (misal: 'StatCard').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Terapkan warna dari 'Theme.of(context).colorScheme' agar kartu otomatis berubah saat tema berganti gelap/terang.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konsistensi desain sistem di seluruh tim pengembang mahasiswa.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Komponen reusable yang bersih memudahkan pembagian tugas antar anggota kelompok proyek!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stat_card_component.dart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StatCard extends StatelessWidget {</a:t>
            </a:r>
            <a:br/>
            <a:r>
              <a:t>  final String title;</a:t>
            </a:r>
            <a:br/>
            <a:r>
              <a:t>  final String value;</a:t>
            </a:r>
            <a:br/>
            <a:r>
              <a:t>  final IconData icon;</a:t>
            </a:r>
            <a:br/>
            <a:br/>
            <a:r>
              <a:t>  const StatCard({</a:t>
            </a:r>
            <a:br/>
            <a:r>
              <a:t>    super.key,</a:t>
            </a:r>
            <a:br/>
            <a:r>
              <a:t>    required this.title,</a:t>
            </a:r>
            <a:br/>
            <a:r>
              <a:t>    required this.value,</a:t>
            </a:r>
            <a:br/>
            <a:r>
              <a:t>    required this.icon,</a:t>
            </a:r>
            <a:br/>
            <a:r>
              <a:t>  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Card(child: ListTile(...));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(slide_15_reusable_component_kit.dart)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AKSESIBILITAS &amp; FONT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FittedBox: Menangani Skala Teks Besar (Anti-Overflow)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Masalah nyata: Pengguna lanjut usia menyetel ukuran teks HP menjadi 150% (Font Scale) di setelan sistem.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Akibatnya: Angka saldo bank 'Rp 10.000.000' meledak dan memicu error garis kuning-hitam (RenderFlex overflow).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Solusi: Bungkus teks dengan widget 'FittedBox(fit: BoxFit.scaleDown)'.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Teks akan otomatis menyusut anggun agar muat di dalam lebar kotak yang disediakan tanpa pernah terpotong.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FittedBox pada label saldo, harga produk, dan nomor telepon penting!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fitted_box_scaling.dart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Container(</a:t>
            </a:r>
            <a:br/>
            <a:r>
              <a:t>  width: 200,</a:t>
            </a:r>
            <a:br/>
            <a:r>
              <a:t>  child: FittedBox(</a:t>
            </a:r>
            <a:br/>
            <a:r>
              <a:t>    fit: BoxFit.scaleDown, // Menyusut jika kepanjangan</a:t>
            </a:r>
            <a:br/>
            <a:r>
              <a:t>    child: Text(</a:t>
            </a:r>
            <a:br/>
            <a:r>
              <a:t>      'Rp 999.999.999,-',</a:t>
            </a:r>
            <a:br/>
            <a:r>
              <a:t>      style: TextStyle(fontSize: 32),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(slide_16_fittedbox_scaling.dart)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Desain Antarmuka Mobile Responsif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CARA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1. Dilarang Hardcode Dimensi: Jangan menulis 'width: 360', gunakan Expanded, Flexible, atau MediaQuery.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2. Hormati Breakpoint 600dp: Pisahkan tata letak 1 kolom ponsel vs multi-kolom tablet.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3. Navigasi Adaptif: NavigationBar di bawah untuk ponsel, NavigationRail di samping untuk tablet.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4. Uji Rotasi Landscape: Pastikan antarmuka tidak terpotong saat layar dimiringkan.</a:t>
            </a:r>
          </a:p>
          <a:p>
            <a:pPr>
              <a:spcAft>
                <a:spcPts val="8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5. Cek Uji Kontras Light/Dark: Pastikan teks terbaca jelas pada tema terang maupun gelap.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74920"/>
            <a:ext cx="4114800" cy="10058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02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Jadikan kelima checklist ini sebagai acuan penilaian proyek UTS kelompok Anda!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checklist_responsive.dart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Responsif:</a:t>
            </a:r>
            <a:br/>
            <a:r>
              <a:t>// [✓] Tampilan tidak overflow saat jendela ditarik sempit</a:t>
            </a:r>
            <a:br/>
            <a:r>
              <a:t>// [✓] Menu pindah ke samping saat layar melebihi 600dp</a:t>
            </a:r>
            <a:br/>
            <a:r>
              <a:t>// [✓] Tombol dan kartu menggunakan token warna Material 3</a:t>
            </a:r>
            <a:br/>
            <a:r>
              <a:t>// [✓] Berjalan mulus di Chrome Web &amp; Ponsel Fisik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(slide_17_checklist_responsive_ui.dart)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05: Dashboard Akademik Responsif Multi-Platform &amp; Dynamic Theme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Dashboard Mahasiswa yang adaptif terhadap perubahan ukuran layar ponsel (&lt;600dp) dan tablet (&gt;=600dp).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Navigasi Adaptif: Di layar ponsel tampilkan 'NavigationBar' di bawah, di layar tablet tampilkan 'NavigationRail' di samping kiri.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tombol di AppBar untuk beralih antara Tema Terang (Light Mode) dan Tema Gelap (Dark Mode) secara instan.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'GridView' adaptif untuk menu akademik (KRS, Nilai, Jadwal, Presensi): 2 kolom di ponsel, 4 kolom di tablet.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informasi dimensi layar saat ini (dalam dp) secara dinamis menggunakan 'MediaQuery.sizeOf(context)'.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lalu tarik lebar jendela untuk membuktikan adaptasi antarmuka!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(slide_18_lab_quest_dashboard_responsif.dart)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Dashboard Mahasiswa Adaptif (Mobile &amp; Tablet) + Toggle Tema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