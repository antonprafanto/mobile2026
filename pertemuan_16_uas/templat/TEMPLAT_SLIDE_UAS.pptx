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61fc57b6-546c-1064-0609-cc58c2a5b7e8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(± 15 detik). Ganti &lt;Nama Aplikasi&gt;, nama tim, nama anggota, dan perannya. Ganti lingkaran ikon di kanan dengan IKON APLIKASI Anda sendiri (klik kanan → Change Picture, atau hapus lalu sisipkan gambar). Tulis alamat repositori di bawah. Contoh kalimat pembuka: "Kami tim Resep Hemat Anak Kos: Rina di tampilan, Bima di data, Sari di ViewModel dan tes." Ingat: slide hanya pengantar; seluruh slide selesai dalam ± 2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(± 20 detik). Tulis singkat: SIAPA penggunanya, APA masalahnya, dan BAGAIMANA aplikasi membantu. Satu atau dua kalimat per kotak, huruf tetap minimal 24 pt. Contoh: "Mahasiswa kos sering bingung memasak dengan bahan seadanya..." Kalimat yang sama menjadi awal cerita demo (tokoh dan masalahnya).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(± 20 detik). Tulis tiga fitur yang akan DIDEMOKAN, berurutan seperti naskah demo (templat NASKAH_DEMO.md). Contoh: "Kami akan menunjukkan: mencari resep, membuka detail, menyimpan favorit." Tempel dua tangkapan layar ASLI dari aplikasi Anda di kotak bergaris (Sisipkan → Gambar), lalu hapus kotaknya.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(± 30 detik). Sesuaikan nama lapisan dengan proyek Anda (MVVM atau Clean Architecture), lalu ganti isi kotak "Folder lib/" dengan struktur folder Anda yang sebenarnya. Contoh kalimat: "Data dari DummyJSON masuk lewat repository, diolah ViewModel, ditampilkan View." Penguji akan membuka folder lib/ saat tanya jawab, jadi pastikan gambarnya sama dengan kodenya.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(± 20 detik). Ganti angka di setiap kartu dengan keadaan proyek Anda: jumlah tes yang lulus (flutter test), hasil flutter analyze, versi rilis terakhir, dan berkas rilis yang tersedia. Tulis tautan versi web dan halaman rilis agar penguji bisa membukanya dari HP; lebih praktis lagi jika ditambah kode QR. Contoh kalimat: "17 tes lulus, versi 1.0.1 ada di GitHub Releases."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(± 15 detik). Satu atau dua pelajaran terpenting selama mengerjakan proyek, dan satu atau dua rencana jika aplikasi dilanjutkan. Contoh: "Kalau dilanjutkan, kami ingin menambah pengingat memasak." Setelah slide ini, LANGSUNG beralih ke demo aplikasi.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2926080"/>
            <a:ext cx="5669280" cy="566928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92640" y="-1280160"/>
            <a:ext cx="3291840" cy="329184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UAS Pemrograman Piranti Bergerak  ·  Presentasi Proyek Akhir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UAS Pemrograman Piranti Bergerak  ·  Presentasi Proyek Akhir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&lt;Nama Aplikasi&gt;</a:t>
            </a:r>
            <a:endParaRPr lang="en-US" sz="44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&lt;Nama tim&gt;</a:t>
            </a:r>
            <a:endParaRPr lang="en-US" sz="2000" dirty="0"/>
          </a:p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&lt;Nama 1&gt; (tampilan)  ·  &lt;Nama 2&gt; (data)  ·  &lt;Nama 3&gt; (ViewModel dan tes)</a:t>
            </a:r>
            <a:endParaRPr lang="en-US" sz="2000" dirty="0"/>
          </a:p>
        </p:txBody>
      </p:sp>
      <p:sp>
        <p:nvSpPr>
          <p:cNvPr id="5" name="lingkaran hp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UAS PEMROGRAMAN PIRANTI BERGERAK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897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&lt;tautan repositori GitHub&gt;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Masalah dan Pengguna</a:t>
            </a:r>
            <a:endParaRPr lang="en-US" sz="3200" dirty="0"/>
          </a:p>
        </p:txBody>
      </p:sp>
      <p:sp>
        <p:nvSpPr>
          <p:cNvPr id="4" name="kotak Pengguna"/>
          <p:cNvSpPr/>
          <p:nvPr/>
        </p:nvSpPr>
        <p:spPr>
          <a:xfrm>
            <a:off x="548640" y="1463040"/>
            <a:ext cx="3484778" cy="44805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5" name="lingkaran orang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or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918411"/>
            <a:ext cx="460858" cy="4608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737360"/>
            <a:ext cx="2113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Pengguna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834640"/>
            <a:ext cx="29361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&lt;Siapa yang memakai aplikasi ini?&gt;</a:t>
            </a:r>
            <a:endParaRPr lang="en-US" sz="2400" dirty="0"/>
          </a:p>
        </p:txBody>
      </p:sp>
      <p:sp>
        <p:nvSpPr>
          <p:cNvPr id="9" name="kotak Masalah"/>
          <p:cNvSpPr/>
          <p:nvPr/>
        </p:nvSpPr>
        <p:spPr>
          <a:xfrm>
            <a:off x="4353458" y="1463040"/>
            <a:ext cx="3484778" cy="44805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10" name="lingkaran peringatan"/>
          <p:cNvSpPr/>
          <p:nvPr/>
        </p:nvSpPr>
        <p:spPr>
          <a:xfrm>
            <a:off x="4627778" y="173736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peringat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830" y="1918411"/>
            <a:ext cx="460858" cy="46085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87898" y="1737360"/>
            <a:ext cx="2113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Masalah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4627778" y="2834640"/>
            <a:ext cx="29361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&lt;Kesulitan apa yang mereka alami?&gt;</a:t>
            </a:r>
            <a:endParaRPr lang="en-US" sz="2400" dirty="0"/>
          </a:p>
        </p:txBody>
      </p:sp>
      <p:sp>
        <p:nvSpPr>
          <p:cNvPr id="14" name="kotak Bantuan aplikasi"/>
          <p:cNvSpPr/>
          <p:nvPr/>
        </p:nvSpPr>
        <p:spPr>
          <a:xfrm>
            <a:off x="8158277" y="1463040"/>
            <a:ext cx="3484778" cy="44805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15" name="lingkaran lampu"/>
          <p:cNvSpPr/>
          <p:nvPr/>
        </p:nvSpPr>
        <p:spPr>
          <a:xfrm>
            <a:off x="8432597" y="17373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2" descr="lam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918411"/>
            <a:ext cx="460858" cy="46085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392717" y="1737360"/>
            <a:ext cx="2113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Bantuan aplikasi</a:t>
            </a:r>
            <a:endParaRPr lang="en-US" sz="2800" dirty="0"/>
          </a:p>
        </p:txBody>
      </p:sp>
      <p:sp>
        <p:nvSpPr>
          <p:cNvPr id="18" name="Text 12"/>
          <p:cNvSpPr txBox="1"/>
          <p:nvPr/>
        </p:nvSpPr>
        <p:spPr>
          <a:xfrm>
            <a:off x="8432597" y="2834640"/>
            <a:ext cx="29361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&lt;Bagaimana aplikasi membantu?&gt;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Fitur Utama dan Alur Demo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1508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&lt;Fitur utama 1&gt;</a:t>
            </a:r>
            <a:endParaRPr lang="en-US" sz="2800" dirty="0"/>
          </a:p>
          <a:p>
            <a:pPr indent="0" marL="0">
              <a:buNone/>
            </a:pPr>
            <a:r>
              <a:rPr lang="en-US" sz="2400" dirty="0">
                <a:solidFill>
                  <a:srgbClr val="4A5870"/>
                </a:solidFill>
              </a:rPr>
              <a:t>&lt;apa yang ditunjukkan&gt;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971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&lt;Fitur utama 2&gt;</a:t>
            </a:r>
            <a:endParaRPr lang="en-US" sz="2800" dirty="0"/>
          </a:p>
          <a:p>
            <a:pPr indent="0" marL="0">
              <a:buNone/>
            </a:pPr>
            <a:r>
              <a:rPr lang="en-US" sz="2400" dirty="0">
                <a:solidFill>
                  <a:srgbClr val="4A5870"/>
                </a:solidFill>
              </a:rPr>
              <a:t>&lt;apa yang ditunjukkan&gt;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262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4434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&lt;Fitur utama 3&gt;</a:t>
            </a:r>
            <a:endParaRPr lang="en-US" sz="2800" dirty="0"/>
          </a:p>
          <a:p>
            <a:pPr indent="0" marL="0">
              <a:buNone/>
            </a:pPr>
            <a:r>
              <a:rPr lang="en-US" sz="2400" dirty="0">
                <a:solidFill>
                  <a:srgbClr val="4A5870"/>
                </a:solidFill>
              </a:rPr>
              <a:t>&lt;apa yang ditunjukkan&gt;</a:t>
            </a:r>
            <a:endParaRPr lang="en-US" sz="2800" dirty="0"/>
          </a:p>
        </p:txBody>
      </p:sp>
      <p:sp>
        <p:nvSpPr>
          <p:cNvPr id="10" name="tempat gambar"/>
          <p:cNvSpPr txBox="1"/>
          <p:nvPr/>
        </p:nvSpPr>
        <p:spPr>
          <a:xfrm>
            <a:off x="6522415" y="1417320"/>
            <a:ext cx="2423160" cy="4526280"/>
          </a:xfrm>
          <a:prstGeom prst="roundRect">
            <a:avLst>
              <a:gd name="adj" fmla="val 4528"/>
            </a:avLst>
          </a:prstGeom>
          <a:solidFill>
            <a:srgbClr val="F4F7FB"/>
          </a:solidFill>
          <a:ln w="19050">
            <a:solidFill>
              <a:srgbClr val="9AA9BD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Tempel tangkapan layar 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(Sisipkan → Gambar)</a:t>
            </a:r>
            <a:endParaRPr lang="en-US" sz="1800" dirty="0"/>
          </a:p>
        </p:txBody>
      </p:sp>
      <p:sp>
        <p:nvSpPr>
          <p:cNvPr id="11" name="tempat gambar"/>
          <p:cNvSpPr txBox="1"/>
          <p:nvPr/>
        </p:nvSpPr>
        <p:spPr>
          <a:xfrm>
            <a:off x="9219895" y="1417320"/>
            <a:ext cx="2423160" cy="4526280"/>
          </a:xfrm>
          <a:prstGeom prst="roundRect">
            <a:avLst>
              <a:gd name="adj" fmla="val 4528"/>
            </a:avLst>
          </a:prstGeom>
          <a:solidFill>
            <a:srgbClr val="F4F7FB"/>
          </a:solidFill>
          <a:ln w="19050">
            <a:solidFill>
              <a:srgbClr val="9AA9BD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Tempel tangkapan layar 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(Sisipkan → Gambar)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Arsitektur</a:t>
            </a:r>
            <a:endParaRPr lang="en-US" sz="3200" dirty="0"/>
          </a:p>
        </p:txBody>
      </p:sp>
      <p:sp>
        <p:nvSpPr>
          <p:cNvPr id="4" name="lapisan View"/>
          <p:cNvSpPr/>
          <p:nvPr/>
        </p:nvSpPr>
        <p:spPr>
          <a:xfrm>
            <a:off x="548640" y="1417320"/>
            <a:ext cx="6400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5" name="lingkaran widget"/>
          <p:cNvSpPr/>
          <p:nvPr/>
        </p:nvSpPr>
        <p:spPr>
          <a:xfrm>
            <a:off x="731520" y="1554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wi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70535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4173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View  </a:t>
            </a:r>
            <a:r>
              <a:rPr lang="en-US" sz="2400" dirty="0">
                <a:solidFill>
                  <a:schemeClr val="tx1"/>
                </a:solidFill>
              </a:rPr>
              <a:t>&lt;halaman dan widget&gt;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3611880" y="2359152"/>
            <a:ext cx="274320" cy="265176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9" name="lapisan ViewModel"/>
          <p:cNvSpPr/>
          <p:nvPr/>
        </p:nvSpPr>
        <p:spPr>
          <a:xfrm>
            <a:off x="548640" y="2606040"/>
            <a:ext cx="6400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lingkaran setel"/>
          <p:cNvSpPr/>
          <p:nvPr/>
        </p:nvSpPr>
        <p:spPr>
          <a:xfrm>
            <a:off x="731520" y="2743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set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894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00200" y="26060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ViewModel  </a:t>
            </a:r>
            <a:r>
              <a:rPr lang="en-US" sz="2400" dirty="0">
                <a:solidFill>
                  <a:schemeClr val="tx1"/>
                </a:solidFill>
              </a:rPr>
              <a:t>&lt;state dan logika&gt;</a:t>
            </a:r>
            <a:endParaRPr lang="en-US" sz="2600" dirty="0"/>
          </a:p>
        </p:txBody>
      </p:sp>
      <p:sp>
        <p:nvSpPr>
          <p:cNvPr id="13" name="Shape 8"/>
          <p:cNvSpPr/>
          <p:nvPr/>
        </p:nvSpPr>
        <p:spPr>
          <a:xfrm>
            <a:off x="3611880" y="3547872"/>
            <a:ext cx="274320" cy="265176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4" name="lapisan Repository"/>
          <p:cNvSpPr/>
          <p:nvPr/>
        </p:nvSpPr>
        <p:spPr>
          <a:xfrm>
            <a:off x="548640" y="3794760"/>
            <a:ext cx="6400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lingkaran gudang"/>
          <p:cNvSpPr/>
          <p:nvPr/>
        </p:nvSpPr>
        <p:spPr>
          <a:xfrm>
            <a:off x="731520" y="3931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guda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08279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379476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Repository  </a:t>
            </a:r>
            <a:r>
              <a:rPr lang="en-US" sz="2400" dirty="0">
                <a:solidFill>
                  <a:schemeClr val="tx1"/>
                </a:solidFill>
              </a:rPr>
              <a:t>&lt;kontrak dan implementasi&gt;</a:t>
            </a:r>
            <a:endParaRPr lang="en-US" sz="2600" dirty="0"/>
          </a:p>
        </p:txBody>
      </p:sp>
      <p:sp>
        <p:nvSpPr>
          <p:cNvPr id="18" name="Shape 12"/>
          <p:cNvSpPr/>
          <p:nvPr/>
        </p:nvSpPr>
        <p:spPr>
          <a:xfrm>
            <a:off x="3611880" y="4736592"/>
            <a:ext cx="274320" cy="265176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19" name="lapisan Sumber data"/>
          <p:cNvSpPr/>
          <p:nvPr/>
        </p:nvSpPr>
        <p:spPr>
          <a:xfrm>
            <a:off x="548640" y="4983480"/>
            <a:ext cx="6400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0" name="lingkaran server"/>
          <p:cNvSpPr/>
          <p:nvPr/>
        </p:nvSpPr>
        <p:spPr>
          <a:xfrm>
            <a:off x="731520" y="512064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Image 3" descr="ser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527151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00200" y="49834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Sumber data  </a:t>
            </a:r>
            <a:r>
              <a:rPr lang="en-US" sz="2400" dirty="0">
                <a:solidFill>
                  <a:schemeClr val="tx1"/>
                </a:solidFill>
              </a:rPr>
              <a:t>&lt;nama API&gt; + &lt;SQLite / shared_preferences&gt;</a:t>
            </a:r>
            <a:endParaRPr lang="en-US" sz="2600" dirty="0"/>
          </a:p>
        </p:txBody>
      </p:sp>
      <p:sp>
        <p:nvSpPr>
          <p:cNvPr id="23" name="Text 16"/>
          <p:cNvSpPr txBox="1"/>
          <p:nvPr/>
        </p:nvSpPr>
        <p:spPr>
          <a:xfrm>
            <a:off x="7315200" y="141732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Folder lib/</a:t>
            </a:r>
            <a:endParaRPr lang="en-US" sz="2600" dirty="0"/>
          </a:p>
        </p:txBody>
      </p:sp>
      <p:sp>
        <p:nvSpPr>
          <p:cNvPr id="24" name="kotak kode"/>
          <p:cNvSpPr txBox="1"/>
          <p:nvPr/>
        </p:nvSpPr>
        <p:spPr>
          <a:xfrm>
            <a:off x="7315200" y="2011680"/>
            <a:ext cx="4327855" cy="3931920"/>
          </a:xfrm>
          <a:prstGeom prst="roundRect">
            <a:avLst>
              <a:gd name="adj" fmla="val 2326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domain/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ui/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main.dart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&lt;sesuaikan&gt;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Kualitas dan Rilis</a:t>
            </a:r>
            <a:endParaRPr lang="en-US" sz="3200" dirty="0"/>
          </a:p>
        </p:txBody>
      </p:sp>
      <p:sp>
        <p:nvSpPr>
          <p:cNvPr id="4" name="kartu tes lulus"/>
          <p:cNvSpPr/>
          <p:nvPr/>
        </p:nvSpPr>
        <p:spPr>
          <a:xfrm>
            <a:off x="548640" y="1417320"/>
            <a:ext cx="2567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5" name="lingkaran uji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uj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786738"/>
            <a:ext cx="358445" cy="35844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3317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&lt;17&gt;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1089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tes lulus</a:t>
            </a:r>
            <a:endParaRPr lang="en-US" sz="2400" dirty="0"/>
          </a:p>
        </p:txBody>
      </p:sp>
      <p:sp>
        <p:nvSpPr>
          <p:cNvPr id="9" name="kartu temuan flutter analyze"/>
          <p:cNvSpPr/>
          <p:nvPr/>
        </p:nvSpPr>
        <p:spPr>
          <a:xfrm>
            <a:off x="3390824" y="1417320"/>
            <a:ext cx="2567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lingkaran centang"/>
          <p:cNvSpPr/>
          <p:nvPr/>
        </p:nvSpPr>
        <p:spPr>
          <a:xfrm>
            <a:off x="3619424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centa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241" y="1786738"/>
            <a:ext cx="358445" cy="35844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73704" y="23317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3619424" y="31089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temuan flutter analyze</a:t>
            </a:r>
            <a:endParaRPr lang="en-US" sz="2400" dirty="0"/>
          </a:p>
        </p:txBody>
      </p:sp>
      <p:sp>
        <p:nvSpPr>
          <p:cNvPr id="14" name="kartu versi rilis"/>
          <p:cNvSpPr/>
          <p:nvPr/>
        </p:nvSpPr>
        <p:spPr>
          <a:xfrm>
            <a:off x="6233008" y="1417320"/>
            <a:ext cx="2567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5" name="lingkaran label"/>
          <p:cNvSpPr/>
          <p:nvPr/>
        </p:nvSpPr>
        <p:spPr>
          <a:xfrm>
            <a:off x="6461608" y="16459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mage 2" descr="lab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425" y="1786738"/>
            <a:ext cx="358445" cy="35844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15888" y="23317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v&lt;1.0.1&gt;</a:t>
            </a:r>
            <a:endParaRPr lang="en-US" sz="2800" dirty="0"/>
          </a:p>
        </p:txBody>
      </p:sp>
      <p:sp>
        <p:nvSpPr>
          <p:cNvPr id="18" name="Text 12"/>
          <p:cNvSpPr txBox="1"/>
          <p:nvPr/>
        </p:nvSpPr>
        <p:spPr>
          <a:xfrm>
            <a:off x="6461608" y="31089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versi rilis</a:t>
            </a:r>
            <a:endParaRPr lang="en-US" sz="2400" dirty="0"/>
          </a:p>
        </p:txBody>
      </p:sp>
      <p:sp>
        <p:nvSpPr>
          <p:cNvPr id="19" name="kartu berkas rilis"/>
          <p:cNvSpPr/>
          <p:nvPr/>
        </p:nvSpPr>
        <p:spPr>
          <a:xfrm>
            <a:off x="9075191" y="1417320"/>
            <a:ext cx="256786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0" name="lingkaran unduh"/>
          <p:cNvSpPr/>
          <p:nvPr/>
        </p:nvSpPr>
        <p:spPr>
          <a:xfrm>
            <a:off x="9303791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mage 3" descr="undu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4609" y="1786738"/>
            <a:ext cx="358445" cy="35844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58071" y="23317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&lt;Web + APK&gt;</a:t>
            </a:r>
            <a:endParaRPr lang="en-US" sz="2800" dirty="0"/>
          </a:p>
        </p:txBody>
      </p:sp>
      <p:sp>
        <p:nvSpPr>
          <p:cNvPr id="23" name="Text 16"/>
          <p:cNvSpPr txBox="1"/>
          <p:nvPr/>
        </p:nvSpPr>
        <p:spPr>
          <a:xfrm>
            <a:off x="9303791" y="31089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berkas rilis</a:t>
            </a:r>
            <a:endParaRPr lang="en-US" sz="24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416052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Web: </a:t>
            </a:r>
            <a:r>
              <a:rPr lang="en-US" sz="2400" dirty="0">
                <a:solidFill>
                  <a:schemeClr val="tx1"/>
                </a:solidFill>
              </a:rPr>
              <a:t>&lt;https://akun.github.io/nama-repositori/&gt;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Rilis: </a:t>
            </a:r>
            <a:r>
              <a:rPr lang="en-US" sz="2400" dirty="0">
                <a:solidFill>
                  <a:schemeClr val="tx1"/>
                </a:solidFill>
              </a:rPr>
              <a:t>&lt;https://github.com/akun/nama-repositori/releases&gt;</a:t>
            </a:r>
            <a:endParaRPr lang="en-US" sz="2400" dirty="0"/>
          </a:p>
        </p:txBody>
      </p:sp>
      <p:sp>
        <p:nvSpPr>
          <p:cNvPr id="25" name="tempat gambar"/>
          <p:cNvSpPr txBox="1"/>
          <p:nvPr/>
        </p:nvSpPr>
        <p:spPr>
          <a:xfrm>
            <a:off x="9905695" y="411480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9050">
            <a:solidFill>
              <a:srgbClr val="9AA9BD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Kode QR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(opsional)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Pelajaran dan Rencana Berikutnya</a:t>
            </a:r>
            <a:endParaRPr lang="en-US" sz="3200" dirty="0"/>
          </a:p>
        </p:txBody>
      </p:sp>
      <p:sp>
        <p:nvSpPr>
          <p:cNvPr id="4" name="kotak Pelajaran terpenting"/>
          <p:cNvSpPr/>
          <p:nvPr/>
        </p:nvSpPr>
        <p:spPr>
          <a:xfrm>
            <a:off x="548640" y="1417320"/>
            <a:ext cx="5364328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lingkaran lampu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872691"/>
            <a:ext cx="460858" cy="4608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28800" y="1691640"/>
            <a:ext cx="390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Pelajaran terpenting</a:t>
            </a:r>
            <a:endParaRPr lang="en-US" sz="2800" dirty="0"/>
          </a:p>
        </p:txBody>
      </p:sp>
      <p:sp>
        <p:nvSpPr>
          <p:cNvPr id="8" name="daftar poin"/>
          <p:cNvSpPr txBox="1"/>
          <p:nvPr/>
        </p:nvSpPr>
        <p:spPr>
          <a:xfrm>
            <a:off x="914400" y="2788920"/>
            <a:ext cx="46328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&lt;pelajaran 1&gt;</a:t>
            </a:r>
            <a:endParaRPr lang="en-US" sz="2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&lt;pelajaran 2&gt;</a:t>
            </a:r>
            <a:endParaRPr lang="en-US" sz="2400" dirty="0"/>
          </a:p>
        </p:txBody>
      </p:sp>
      <p:sp>
        <p:nvSpPr>
          <p:cNvPr id="9" name="kotak Rencana berikutnya"/>
          <p:cNvSpPr/>
          <p:nvPr/>
        </p:nvSpPr>
        <p:spPr>
          <a:xfrm>
            <a:off x="6278728" y="1417320"/>
            <a:ext cx="5364328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0" name="lingkaran roket"/>
          <p:cNvSpPr/>
          <p:nvPr/>
        </p:nvSpPr>
        <p:spPr>
          <a:xfrm>
            <a:off x="6553048" y="1691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rok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099" y="1872691"/>
            <a:ext cx="460858" cy="46085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58888" y="1691640"/>
            <a:ext cx="3901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Rencana berikutnya</a:t>
            </a:r>
            <a:endParaRPr lang="en-US" sz="2800" dirty="0"/>
          </a:p>
        </p:txBody>
      </p:sp>
      <p:sp>
        <p:nvSpPr>
          <p:cNvPr id="13" name="daftar poin"/>
          <p:cNvSpPr txBox="1"/>
          <p:nvPr/>
        </p:nvSpPr>
        <p:spPr>
          <a:xfrm>
            <a:off x="6644488" y="2788920"/>
            <a:ext cx="46328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&lt;rencana 1&gt;</a:t>
            </a:r>
            <a:endParaRPr lang="en-US" sz="2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&lt;rencana 2&gt;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4892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Terima kasih. Sekarang kami tunjukkan aplikasinya.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B Flutter 2026">
  <a:themeElements>
    <a:clrScheme name="PPB Flutter 2026">
      <a:dk1>
        <a:srgbClr val="1B2333"/>
      </a:dk1>
      <a:lt1>
        <a:srgbClr val="FFFFFF"/>
      </a:lt1>
      <a:dk2>
        <a:srgbClr val="0B2545"/>
      </a:dk2>
      <a:lt2>
        <a:srgbClr val="EEF3FA"/>
      </a:lt2>
      <a:accent1>
        <a:srgbClr val="0175C2"/>
      </a:accent1>
      <a:accent2>
        <a:srgbClr val="13B9FD"/>
      </a:accent2>
      <a:accent3>
        <a:srgbClr val="F2A900"/>
      </a:accent3>
      <a:accent4>
        <a:srgbClr val="2E7D32"/>
      </a:accent4>
      <a:accent5>
        <a:srgbClr val="C62828"/>
      </a:accent5>
      <a:accent6>
        <a:srgbClr val="6750A4"/>
      </a:accent6>
      <a:hlink>
        <a:srgbClr val="0175C2"/>
      </a:hlink>
      <a:folHlink>
        <a:srgbClr val="6750A4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 Slide Presentasi UAS</dc:title>
  <dc:subject>Kerangka enam slide presentasi proyek akhir (Panduan UAS Bagian 4)</dc:subject>
  <dc:creator>Pemrograman Piranti Bergerak - Informatika S1</dc:creator>
  <cp:lastModifiedBy>Pemrograman Piranti Bergerak - Informatika S1</cp:lastModifiedBy>
  <cp:revision>1</cp:revision>
  <dcterms:created xsi:type="dcterms:W3CDTF">2026-10-16T22:38:07Z</dcterms:created>
  <dcterms:modified xsi:type="dcterms:W3CDTF">2026-10-16T22:38:07Z</dcterms:modified>
</cp:coreProperties>
</file>